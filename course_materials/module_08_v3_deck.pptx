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Retrieval-Augmented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CD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34A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CDC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Course | Evri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/>
          </a:prstGeom>
          <a:solidFill>
            <a:srgbClr val="FFFDF5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 Refresh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BM25 beats dense retrieval by ~20pts at scale</a:t>
            </a:r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Landmark study (Jul 30): BM25 overtakes agents at ~10M tokens; agents cost 39× more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Amazon Bedrock Managed KB goes GA (Jun 17)</a:t>
            </a:r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Fully managed RAG — agentic retriever, smart parsing, 6 native connectors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AWS consolidation: Kendra, Q Business, Agents Classic deprecated</a:t>
            </a:r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All new RAG goes through Bedrock Knowledge Bases + AgentCore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Task-Aware Knowledge Compression (TAKC) — post-RAG paradigm</a:t>
            </a:r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Pre-compresses KBs into task-specific representations; +8 F1 over RAG at 20× compression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ColQwen3-4B production-ready; OpenAI Responses API replaces Assistants</a:t>
            </a:r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Visual RAG now mainstream; OpenAI makes RAG a native agentic tool</a:t>
            </a:r>
            <a:endParaRPr lang="en-US" sz="1250" dirty="0"/>
          </a:p>
          <a:p>
            <a:pPr marL="342900" indent="-342900">
              <a:lnSpc>
                <a:spcPct val="135000"/>
              </a:lnSpc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Claude 1M context window challenges "always retrieve" assumption</a:t>
            </a:r>
            <a:pPr indent="0" marL="0">
              <a:lnSpc>
                <a:spcPct val="135000"/>
              </a:lnSpc>
              <a:spcAft>
                <a:spcPts val="2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Moderate corpora (&lt;500 pages) can fit entirely in context — RAG becomes optional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you will be able to:</a:t>
            </a:r>
            <a:pPr indent="0" marL="0">
              <a:lnSpc>
                <a:spcPct val="150000"/>
              </a:lnSpc>
              <a:spcAft>
                <a:spcPts val="300"/>
              </a:spcAft>
              <a:buNone/>
            </a:pP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RAG exists and its role in grounding LLM outputs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production RAG pipeline: chunking → embedding → retrieval → generation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appropriate retrieval strategies (BM25, dense, hybrid, graph, agentic) based on corpus scale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Contextual Retrieval, Late Chunking, and ColQwen3 for multimodal docs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Agentic RAG with Self-RAG, CRAG, Adaptive RAG, and Sufficient Context patterns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RAG systems using RAGAS metrics and production failure-mode analysis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RAG on AWS using Bedrock Managed KB and AgentCore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when to use RAG vs long-context vs TAKC for cross-document reasoning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412480" cy="5394960"/>
          </a:xfrm>
          <a:prstGeom prst="rect">
            <a:avLst>
              <a:gd name="adj" fmla="val 847"/>
            </a:avLst>
          </a:prstGeom>
          <a:solidFill>
            <a:srgbClr val="F8F8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0–5 min  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 Exists + 2024 → 2026 Landscape Shift
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5–12 min 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Failure Modes &amp; The Retrieval Problem
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12–20 min 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Chunking: Contextual Retrieval, Late Chunking
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20–28 min 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RAG: ColPali → ColQwen3 Production Path
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28–38 min 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RAG: Self-RAG, CRAG, Adaptive RAG, Sufficient Context
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38–43 min 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at Scale &amp; Cost-Benefit Reality (NEW Aug 2026)
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43–48 min 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Stack: Bedrock Managed KB, AgentCore, TAKC
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48–55 min 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Build a Bedrock RAG Pipeline
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55–60 min  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Summary &amp; Connections
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Landscape — 2024 vs 2026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412480" cy="5029200"/>
        </p:xfrm>
        <a:graphic>
          <a:graphicData uri="http://schemas.openxmlformats.org/drawingml/2006/table">
            <a:tbl>
              <a:tblPr/>
              <a:tblGrid>
                <a:gridCol w="1463040"/>
                <a:gridCol w="301752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Reality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Reality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tool wrappers per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(Linux Foundation standard)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 Citations, OpenAI File Search, Gemini Grounding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Reranker leader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 Rerank 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 AI rerank-2.5 (+10-12% over Cohere)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LLM-judge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+ Phoenix + Langfuse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sequential chains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stateful graphs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chain-of-thought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Self-RAG, CRAG, Adaptive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Fixed-size with overlap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Retrieval, Late Chunking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understanding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→ text → embed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ColQwen3 visual embedding (skip OCR)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RAG Failure Modes — Where Things Break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03520" cy="41148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216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— RETRIEVAL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920240" cy="411480"/>
          </a:xfrm>
          <a:prstGeom prst="rect">
            <a:avLst/>
          </a:prstGeom>
          <a:solidFill>
            <a:srgbClr val="E68A00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81051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— CHUNKING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658368" cy="411480"/>
          </a:xfrm>
          <a:prstGeom prst="rect">
            <a:avLst/>
          </a:prstGeom>
          <a:solidFill>
            <a:srgbClr val="4488CC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2404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8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— GENERATION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992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— OTHER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Retrieval Failure Modes: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Semantic mismatch  2. Missing context (multi-doc)  3. Ambiguous queries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Stale embeddings  5. Metadata gaps  6. Chunking artifacts</a:t>
            </a:r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Embedding drift  8. Reranking bottleneck  9. Over-retrieval  10. Permission leakage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Teams obsess over which LLM to use while the actual problem sits upstream.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Retrieval (Anthropic) — The 49% Fix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chunking creates "orphan chunks" that lose parent document context.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embedding each chunk, prepend an LLM-generated context prefix: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company reported $2.3B revenue in Q4..."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"[From Acme Corp 2024 Annual Report, Financial Highlights] The company reported $2.3B revenue in Q4..."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(Anthropic benchmarks):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Contextual Embeddings alone: 35% reduction in retrieval failures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BM25 hybrid: 49% reduction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BM25 + Reranking: 67% reduction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AWS Bedrock Knowledge Bases since June 2025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~$1.50 per 1M tokens (one-time at index time)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/>
          </a:prstGeom>
          <a:solidFill>
            <a:srgbClr val="FFFDF5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Chunking &amp; Multimodal RAG (ColQwen3)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CHUNKING (Jina AI)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Document → split → embed each chunk independently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Chunking: Document → embed ALL tokens → split AFTER transformer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Each chunk embedding "remembers" full document context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native in Jina Embeddings v5 (32K context, Feb 2026)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COLQWEN3 — VISUAL RAG WITHOUT OCR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Paradigm: Embed document page images directly — skip OCR entirely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Evolution: ColPali (2024) → ColQwen2 (2025) → Ops-ColQwen3-4B (2026)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Production-grade with native OpenSearch integration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PDFs, slides, scanned docs, engineering drawings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Outperforms text-only pipelines on visual-heavy documents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each: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Text-heavy docs → traditional text embedding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Tables/charts/mixed PDFs → Hybrid text + ColQwen3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Scanned/handwritten → ColQwen3 only
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— From Pipeline to Control Loop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Embed → Retrieve → Generate → Answer (one pass)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Plan → Retrieve → Evaluate → [Good enough?]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NO → Rewrite query / Try different tool → Retrieve again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If YES → Generate → Self-verify → Return answer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capabilities that make RAG "agentic":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Retrieval decisions — Agent decides WHEN to retrieve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Relevance evaluation — Scores docs; low confidence triggers retry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Query rewriting — Reformulates on failure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Self-verification — Checks answer is supported by evidence
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reality: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Retrieval calls: 2–6 per query (cap recommended)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Latency: p50 4–8s, p95 10–15s (vs 1–2s traditional)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 cost: 3–10× traditional RAG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for: multi-hop, ambiguous, high-stakes domains only
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/>
          </a:prstGeom>
          <a:solidFill>
            <a:srgbClr val="FFFDF5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Self-RAG, CRAG &amp; Sufficient Context Agent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(ICLR 2024, top 1%)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reflection tokens: [Retrieve] [ISREL] [ISSUP] [ISUSE]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when to retrieve and critiques its own outputs in a single forward pass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(CRAG)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evaluator routes to 3 corrective actions: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 confidence → Strip irrelevant sentences, keep "knowledge strips"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MEDIUM → Refine local docs + web search, blend results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LOW → Discard all, fall back to web search only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CONTEXT AGENT (Google, June 2026)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evaluates whether ENOUGH info retrieved before generation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architecture: Orchestrator → Planner → Query Rewriter →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Search Fanout → Sufficient Context Agent → Generator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+34% accuracy over standard RAG on factuality datasets
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"Not better retrieval — knowing when you have enough"
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/>
          </a:prstGeom>
          <a:solidFill>
            <a:srgbClr val="FFFDF5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Bombshell — BM25 Wins at Scale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412480" cy="2377440"/>
          </a:xfrm>
          <a:prstGeom prst="rect">
            <a:avLst>
              <a:gd name="adj" fmla="val 1923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0584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study (arxiv, July 30 2026): 28 corpus tiers, ~450× size range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BM25 overtakes agents &amp; dense retrieval at ~10M tokens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BM25 leads by up to 20 points at every tier above 10M tokens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File-System Agent wins below 10M tokens but costs 39× more query tokens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GraphRAG hits construction walls before reaching deployment scale
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architecture mental model: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(retriever) → Dense reranker (precision) → Agent (reasoning)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↑ THIS is where to invest
</a:t>
            </a:r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Agent (retriever) → Agent (reader) → Agent (verifier)
</a:t>
            </a:r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a boring BM25 baseline in production. Spend saved tokens 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and re-ranker rather than replacing the retriever."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/>
          </a:prstGeom>
          <a:solidFill>
            <a:srgbClr val="FFFDF5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Cost-Benefit Reality (Aug 2026)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41248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1371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Complexity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factual (1 doc)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to 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Skip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Multi-doc correlation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+15–25%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Maybe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Multi-hop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+30–40%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Cross-corpus synthesis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+20–34%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corpus (&lt;10M)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wins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39×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Budget?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corpus (&gt;10M)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BM25+reranker wins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Use BM25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38912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routing pattern (Aug 2026):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60-70% simple queries → BM25 + reranker → Generate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20-30% complex queries → Dense hybrid + reranker → Generate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5-10% multi-hop queries → Agentic RAG loop → Generate
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"Route complexity appropriately. 70% of queries don't need agentic RAG."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/>
          </a:prstGeom>
          <a:solidFill>
            <a:srgbClr val="FFFDF5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Managed KB — Fully Managed RAG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41248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connectors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native: S3, SharePoint, Confluence, Web Crawler, Google Drive, OneDrive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Parsing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Auto-detects doc type, preserves HTML structure, extracts tables/images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AWS-managed, auto-scaling, on-demand pricing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Retriever with multi-hop query decomposition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Auto-selected (overridable)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(overridable)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8404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RAG Consolidation (June–July 2026):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Amazon Kendra → maintenance mode (closed to new customers Jul 30)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Amazon Q Business → maintenance mode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Bedrock Agents Classic → deprecated, replaced by AgentCore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AWS stack: AgentCore + Knowledge Bases (Managed or Self-managed)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Knowledge Layers: Organizational | World | Paid
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/>
          </a:prstGeom>
          <a:solidFill>
            <a:srgbClr val="FFFDF5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RAG — Task-Aware Knowledge Compression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limitation: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top-K similar chunks, but complex analytical tasks span hundreds of documents. The answer is in CONNECTIONS between docs.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TAKC (AWS, July 2026):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Pre-compresses entire knowledge bases into task-specific representations.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RAG: Query → Embed → Retrieve top-K → Generate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TAKC: [Offline] Docs → Compress task-specifically → Cache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[Query time] Query → Retrieve compressed corpus → Generate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 tiers: 8× (reasoning) | 16× (analytical) | 32× (factual) | 64× (classification)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F1 points over RAG at 20× compression | 4× faster at query time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TAKC wins: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Due diligence across 100s of docs | Compliance cross-referencing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Real-time updates (requires recompression) | Simple factual lookups
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"RAG finds needles in haystacks. TAKC understands the whole haystack."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&amp; Adaptive RAG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(Microsoft, 2024)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relationships matter more than similarity: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Index: LLM extracts entities/relationships → builds KG → hierarchical community summaries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Query: Local Search (entity neighborhood) + Global Search (community summaries)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for: entity-rich domains, multi-hop, "compare X and Y" queries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Cost: $5–15 per 1000 docs indexing, 3–8s query latency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⚠️ Scaling study (Aug 2026): hits construction walls at large scale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RAG — When to Retrieve vs When Not To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router classifies query complexity BEFORE pipeline runs: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factual → Parametric answer (no retrieval)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Complex factual → Standard retrieval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Multi-hop → Iterative/agentic retrieval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Generative/creative → No retrieval needed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Ambiguous → Clarification + targeted retrieval
</a:t>
            </a:r>
            <a:pPr indent="0" marL="0">
              <a:lnSpc>
                <a:spcPct val="120000"/>
              </a:lnSpc>
              <a:buNone/>
            </a:pPr>
            <a:r>
              <a:rPr lang="en-US" sz="1100" b="1" i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is the highest-ROI component in an agentic RAG system.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/>
          </a:prstGeom>
          <a:solidFill>
            <a:srgbClr val="FFFDF5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Landscape &amp; Hybrid Search (Aug 2026)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41248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645920"/>
                <a:gridCol w="347472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jina-embeddings-v5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Cost-effective text (&lt;1B params, 4B quality)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jina-embeddings-v4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(text+image)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multimodal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 Embed 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Enterprise, easy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text-embed-3-large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Ops-ColQwen3-4B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(docs)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image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Voyage AI multimodal-3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93192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paradigms emerging: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Single-vector: One embedding per chunk — fast, cheap, most use cases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Multi-vector / Late Interaction: Multiple embeddings per doc — higher quality, higher storage
</a:t>
            </a:r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Jina v5 distillation achieves 4B-quality from &lt;1B parameters
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remains gold standard: BM25 + Dense + Reranker
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Build a Bedrock RAG Pipeline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412480" cy="5394960"/>
          </a:xfrm>
          <a:prstGeom prst="rect">
            <a:avLst>
              <a:gd name="adj" fmla="val 847"/>
            </a:avLst>
          </a:prstGeom>
          <a:solidFill>
            <a:srgbClr val="F8F8F8"/>
          </a:solidFill>
          <a:ln w="12700">
            <a:solidFill>
              <a:srgbClr val="1A5C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804672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(15 min):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Create a Bedrock Managed Knowledge Base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Connect to S3 bucket with sample documents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Configure Smart Parsing defaults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Test standard vs agentic retrieval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Run a simple factual query (compare results)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Run a multi-hop query requiring cross-doc reasoning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Evaluate with RAGAS metrics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Measure context_precision and faithfulness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Identify which failure mode (if any) is triggered
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contextual retrieval and compare before/after scores
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412480" cy="5486400"/>
        </p:xfrm>
        <a:graphic>
          <a:graphicData uri="http://schemas.openxmlformats.org/drawingml/2006/table">
            <a:tbl>
              <a:tblPr/>
              <a:tblGrid>
                <a:gridCol w="1828800"/>
                <a:gridCol w="6583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Retrieval-Augmented Generation — ground LLM outputs with external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Prepend LLM-generated context to chunks before embedding (Anthropic)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 Chunking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 full document first, split into chunks after transformer (Jina)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ColQwen3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document embedding — skip OCR, embed page images directly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graph + community summaries for entity-rich retrieval (Microsoft)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uses reflection tokens to self-critique retrieval quality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Corrective RAG — confidence router to 3 corrective 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Task-Aware Knowledge Compression — pre-compress KBs for cross-doc reasoning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evaluation framework: faithfulness, context precision, answer relevancy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Context Protocol — standard tool interface for retrieval in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agent orchestration platform (replaces Bedrock Agents Classic)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137160"/>
            <a:ext cx="1005840" cy="274320"/>
          </a:xfrm>
          <a:prstGeom prst="roundRect">
            <a:avLst/>
          </a:prstGeom>
          <a:solidFill>
            <a:srgbClr val="FFFDF5"/>
          </a:solidFill>
          <a:ln w="63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(2026)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AWS Bedrock Managed KB — Enterprise Document QA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Zero-infra RAG for a Fortune 500 HR team. 6 data connectors, agentic retrieval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for cross-policy queries. Replaced Kendra in 3 weeks. Cost: 60% reduction.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Financial Due Diligence — TAKC + RAG Hybrid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Investment bank pre-compresses 500+ deal docs with TAKC (20×).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Cross-doc regulatory risk questions answered 4× faster than pure RAG.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Google Gemini Agentic RAG — Healthcare Records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Sufficient Context Agent ensures all medical record fields found before answering.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+34% accuracy over standard RAG; prevents dangerous incomplete answers.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Manufacturing — ColQwen3 Visual RAG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Engineering drawings + service manuals indexed without OCR.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Technicians retrieve relevant diagrams via natural language. 3× faster resolution.
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RAG: Retrieval-Augmented Generation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Summary &amp; Connections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548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 &amp; Tools: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BM25 Scaling Study: arxiv.org/abs/2607.26497 (Jul 2026)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TAKC: aws.amazon.com/blogs/machine-learning/beyond-rag-task-aware-knowledge-compression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Anthropic Contextual Retrieval: anthropic.com/news/contextual-retrieval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RAGAS: ragas.io | LangGraph: langchain.com/langgraph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ColQwen3: huggingface.co/OpenSearch-AI/Ops-Colqwen3-4B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GraphRAG: github.com/microsoft/graphrag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Other Modules: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05 (Embeddings) — vector representations that power retrieval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06 (Prompt Engineering) → Now "Context Engineering"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11 (Agents) — Agentic RAG as core agent pattern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12 (MCP &amp; Tool Use) — RAG as an MCP tool surface
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 14 (Evaluation) — RAGAS metrics for production RAG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 2026 is not one architecture — it's a spectrum from BM25+reranker to full agentic loops. Route complexity appropriately.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6FBC00-7281-4C52-9208-5C1226E54037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08: RAG: Retrieval-Augmented Generation</dc:subject>
  <dc:creator>Evri AI Training</dc:creator>
  <cp:lastModifiedBy>Evri AI Training</cp:lastModifiedBy>
  <cp:revision>1</cp:revision>
  <dcterms:created xsi:type="dcterms:W3CDTF">2026-08-12T14:03:31Z</dcterms:created>
  <dcterms:modified xsi:type="dcterms:W3CDTF">2026-08-12T14:03:31Z</dcterms:modified>
</cp:coreProperties>
</file>