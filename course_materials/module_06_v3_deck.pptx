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Lifecycle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(AI-DLC)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auto-mode default (Aug 14) — classifier-gated autonomy replaces human approval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GA (Aug 11) — 40T+ tokens, 20% non-developer users, multi-surface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GA — spec-driven development with parallel agents &amp; property-based testing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3 + Grok Bot — always-on agents, $500M ARR, SpaceX bidding $60B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all new code is AI-generated (up from 41%); Gartner expects 60% by EOY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declares "MLOps is Dead" — replaced by AgentOps for multi-step AI agents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7-stage AI-DLC (Discover → Specify → Design → Develop → Evaluate → Monitor → Govern)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AI-DLC (building AI) and AIDLC (building with AI agents)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eval gates and implement evals-as-code in CI/CD pipelines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context engineering and spec-driven development (SDD) principles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governance models for background/autonomous coding agents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MLOps → LLMOps → AgentOps evolution and select appropriate tooling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security gap in AI-generated code and apply mitigation strategies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1887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SDLC &amp; The Auto-Mode Paradigm Shift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1887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6002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Spectrum, Security Gap &amp; Spec-Driven Development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11887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1945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7-Stage AI-DLC with Agent Participation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11887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7889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Evals-as-Code, CI/CD for Agents &amp; AgentOps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1887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383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Engineering, Background Agents &amp; Tool Landscape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1887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50–60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977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Design Your AI-DLC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SDLC — AI as Participant, Not Just Product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0" cy="82296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→ Code → Test → Deploy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8229600" cy="822960"/>
          </a:xfrm>
          <a:prstGeom prst="rect">
            <a:avLst/>
          </a:prstGeom>
          <a:solidFill>
            <a:srgbClr val="D6E6F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→ AI assists → Human reviews → Deploy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822960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specs → Agents execute → Agents test → Human validates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code is AI-generated  |  92% of devs use AI daily  |  21–55% productivity lifts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Auto-Mode Paradigm Shift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Human Approval to Classifier Gating (Claude Code, Aug 14)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840480" cy="14630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(pre-Aug 14)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Agent proposes → Human approves → Execute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463040"/>
          </a:xfrm>
          <a:prstGeom prst="rect">
            <a:avLst/>
          </a:prstGeom>
          <a:solidFill>
            <a:srgbClr val="EBF5E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(Aug 14 default)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Agent proposes → Classifier approves → Execute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(Risky? → Human escalation)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Classifier-gated auto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autonomy in cloud VMs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Issue-to-PR, async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Codex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Always-on agents with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Spec-gated autonomy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The Spectrum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                                                                                   AGENTIC ENGINEERING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Manual/ad-hoc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evals in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Prototypes, MVPs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Production,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$4.7B market • 63% users are non-developers • MIT named it "10 Breakthroughs of 2026"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Gap — 46% and Rising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2560320" cy="12801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code 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914400"/>
            <a:ext cx="2560320" cy="12801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914400"/>
            <a:ext cx="2560320" cy="128016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OWASP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8229600" cy="4572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(July 2026): "Vibe coding security risks aren't like ordinary security risks"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"Three-Month Wall" (Augment Code): Rapid progress ~3mo, then technical debt compounds.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Planned transition from vibe coding → spec-driven development before the wall hits.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Security-aware prompting • SAST in CI • Threat model in specs • Sandbox execution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&amp; Kiro GA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Kiro's approach: Prompt → Requirements → Architecture → Tasks → Parallel agents → Property-based tests → Verified code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(GA Aug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→ parallel agents → property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Bedrock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Issue-to-spec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 Cosmos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Spec-coordinated multi-agent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spec 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community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200400"/>
            <a:ext cx="8229600" cy="7315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2461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 Developer → Kiro Migration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 signups blocked May 15, 2026 • Full sunset April 30, 2027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 completed code; Kiro completes projects"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spec for agents: Unambiguous success criteria • Edge cases enumerated • Constraints explicit • Tests embedded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Updated AI-DLC — 7 Stages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92024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researches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005840"/>
            <a:ext cx="192024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051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SPECIFY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192024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1005840"/>
            <a:ext cx="192024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51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DEVELOP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92024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743200"/>
            <a:ext cx="192024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MONITOR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3246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alerts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192024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GOVERN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audits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2743200"/>
            <a:ext cx="27432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NEW stage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Evals-as-Code — Automated LLM Testing in CI/CD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8229600" cy="4114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opened → CI triggered → Eval suite runs → Score computed → Gate decision → Deploy or Block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4-Layer Eval Pyramid: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7432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infrequent, high-signal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3840480" cy="457200"/>
          </a:xfrm>
          <a:prstGeom prst="rect">
            <a:avLst/>
          </a:prstGeom>
          <a:solidFill>
            <a:srgbClr val="3D6B8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nuanced, needs calibration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4937760" cy="457200"/>
          </a:xfrm>
          <a:prstGeom prst="rect">
            <a:avLst/>
          </a:prstGeom>
          <a:solidFill>
            <a:srgbClr val="6B9DB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Heuristic/Rule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catches obvious failures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6035040" cy="457200"/>
          </a:xfrm>
          <a:prstGeom prst="rect">
            <a:avLst/>
          </a:prstGeom>
          <a:solidFill>
            <a:srgbClr val="A8CFD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74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format checks, length limits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Braintrust • LangSmith • Confident AI (DeepEval) • FutureAGI • BuildPulse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AI Agents — Reference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3716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task completion, hallucination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Team-defined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3716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responses, policy compliance, tool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645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13716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86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usage/query, P95 latency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SLA-driven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Two-Lane CI Pipeline: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3931920" cy="914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LANE (every commit)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checks, schema validation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seconds, $0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114800" cy="914400"/>
          </a:xfrm>
          <a:prstGeom prst="rect">
            <a:avLst/>
          </a:prstGeom>
          <a:solidFill>
            <a:srgbClr val="EBF5E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LANE (merge to main)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LLM-as-judge suite, statistical tests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min, $3–$50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MLOps to AgentOps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"MLOps is Dead. Long Live The New MLOps." — Forbes, Aug 10,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8229600" cy="5029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(2019–2024)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Train → Validate → Deploy → Monitor drift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8229600" cy="5029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(2024–2026)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Eval → Deploy → Monitor quality +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822960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(2026+)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Multi-step trace → Span-level eval → Tool monitoring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adds: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Span-level tracing for multi-step workflows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monitoring &amp; failure rates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cost attribution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agent behaviour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32918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66+ tools in the landscape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Arize, LangSmith, Langfuse,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Braintrust, Confident AI, Helicone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Defining Skill of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822960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LLM is a CPU, the context window is RAM, and you are the operating system." — Karpathy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914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instructions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.cursorrules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914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39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Retrieved knowledge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2039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docs, code search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32304"/>
            <a:ext cx="914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323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Conversation history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2432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strategies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25496"/>
            <a:ext cx="914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254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Tool definitions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825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servers, function schemas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18688"/>
            <a:ext cx="914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18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Working memory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3218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scratchpads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611880"/>
            <a:ext cx="9144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Long-term memory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stores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&gt; Prompt Engineering &gt; Prompt Writing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Agent Revolution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development: Assign issue → Go to lunch → Come back to PR ready for review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+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min/run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→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+ artifacts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fixed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subagents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Codex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app 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or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impls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291840"/>
            <a:ext cx="8229600" cy="6400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3375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Faire (2026) — 2,000+ autonomous agent runs/week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Automated: bug triage from Slack, CI failure fixes, code review routing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impact: DEVELOP becomes async • EVALUATE must be automated • MONITOR starts at generation time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in 2026 — The Six-Layer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822960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6: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gates, audit trails, compliance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8229600" cy="548640"/>
          </a:xfrm>
          <a:prstGeom prst="rect">
            <a:avLst/>
          </a:prstGeom>
          <a:solidFill>
            <a:srgbClr val="1A3A5C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COST 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budgets, model routing, cost attribution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8229600" cy="548640"/>
          </a:xfrm>
          <a:prstGeom prst="rect">
            <a:avLst/>
          </a:prstGeom>
          <a:solidFill>
            <a:srgbClr val="1A3A5C">
              <a:alpha val="7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OBSERVABILITY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spans, latency, hallucination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8229600" cy="548640"/>
          </a:xfrm>
          <a:prstGeom prst="rect">
            <a:avLst/>
          </a:prstGeom>
          <a:solidFill>
            <a:srgbClr val="1A3A5C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EVALUATION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Evals-as-code, golden datasets, LLM-as-judge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8229600" cy="548640"/>
          </a:xfrm>
          <a:prstGeom prst="rect">
            <a:avLst/>
          </a:prstGeom>
          <a:solidFill>
            <a:srgbClr val="1A3A5C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CI/CD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474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versioning, model registry, env promotion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8229600" cy="548640"/>
          </a:xfrm>
          <a:prstGeom prst="rect">
            <a:avLst/>
          </a:prstGeom>
          <a:solidFill>
            <a:srgbClr val="1A3A5C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MODEL SERVING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Inference, routing, caching, scaling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3.10 (Mar 2026): GenAI observability + LLM tracing + cost tracking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Design Your AI-DLC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Your team is building a customer support AI agent using RAG + LLM + guardrails. Ship updates weekly.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Inventory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4996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versioned and deployed together?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4825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thresholds, judge model?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5968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traffic, duration, auto-rollback trigger?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14553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Red-team, bias, hallucination checks?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6941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routing rule, caching strategy?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023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2428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agents handle unsupervised?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One-page pipeline diagram • 20 minutes in pairs/groups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(2026)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what the model sees, when, and in what 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 (SDD)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as shared source of truth for humans &amp;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Evals-as-Code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LLM evaluations in CI/CD pipelines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 stronger LLM to evaluate production LLM outputs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for multi-step agents: tracing, eval, cost, coordination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Artifact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Composite: model + prompt + RAG + guardrails + eval 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Dataset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test set (50–500 examples) for regression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Prompt-driven development (Karpathy,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 Dev Lifecycle — building software WITH AI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137160"/>
            <a:ext cx="914400" cy="256032"/>
          </a:xfrm>
          <a:prstGeom prst="rect">
            <a:avLst/>
          </a:prstGeom>
          <a:solidFill>
            <a:srgbClr val="FFF9E6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&amp; Resources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— 2,000+ agent runs/week with Cursor Cloud Agents (May 2026)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auto-mode — 89% classifier-human alignment (Aug 2026)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IHLs adopt Kiro for workforce-ready AI skills (May 2026)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"Sol" + Claude Opus 5 — new model landscape (Aug 2026)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Resources: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IDE 1.0 (kiro.dev) • OpenAI Codex App • GitHub Copilot App</a:t>
            </a:r>
            <a:endParaRPr lang="en-US" sz="10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Sourcegraph "Context Engineering" Guide (Apr 2026)</a:t>
            </a:r>
            <a:endParaRPr lang="en-US" sz="10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"CI/CD for AI Agents on Foundry" Reference Architecture</a:t>
            </a:r>
            <a:endParaRPr lang="en-US" sz="10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"MLOps is Dead" (Aug 10, 2026) • awesome-agentops-landscape (GitHub)</a:t>
            </a:r>
            <a:endParaRPr lang="en-US" sz="10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"Vibe Coding Security Risks" (Jul 2026) • Red Hat InstructLab CLI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has expanded from 6 to 7 stages — SPECIFY and GOVERN are now essential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both the product being built AND a participant in the building process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Evals-as-code with CI/CD gates are table stakes for production AI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&gt; prompt engineering — manage what the model sees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agents demand automated governance (no human watching)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→ LLMOps → AgentOps: match your ops to your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Use Case ID → Specs  |  Module 12: Multi-Agent Orchestration  |  Module 16: Governance &amp; EU AI 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AI Development Lifecycle (AI-DLC) | Aug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C6C648-EB40-4AAF-9D0C-98F5262A138D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06: AI Development Lifecycle (AI-DLC)</dc:title>
  <dc:subject>PptxGenJS Presentation</dc:subject>
  <dc:creator>Faris Haddad</dc:creator>
  <cp:lastModifiedBy>Faris Haddad</cp:lastModifiedBy>
  <cp:revision>1</cp:revision>
  <dcterms:created xsi:type="dcterms:W3CDTF">2026-08-12T14:06:22Z</dcterms:created>
  <dcterms:modified xsi:type="dcterms:W3CDTF">2026-08-12T14:06:22Z</dcterms:modified>
</cp:coreProperties>
</file>