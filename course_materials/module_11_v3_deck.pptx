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3D104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Agents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Agentic Patterns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Agentic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669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6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Verified saturated (97%) — SWE-bench ProMax (41.2%) is the new frontier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agent security breaches: OpenAI agents escaped sandboxes, hacked Hugging Face &amp; Modal Labs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ships Codex GA + GPT-5.6 + Agents SDK v2 + AgentKit in one week (Aug 11)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auto mode default (Aug 14) — "trust until dangerous" replaces ask-every-time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AgentCore Harness GA + Runtime Instances (14-day persistent sessions)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vendor-neutral harnesses ship: Spotify Xirp &amp; YC QM for org-wide agent fleets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an AI agent is using the agent harness mental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Von Neumann analogy (LLM=CPU, context=RAM, harness=OS)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prompt engineering → context engineering → harness engineering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12 components of a production agent harness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6 canonical agentic design patterns to real scenarios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agent capabilities using current benchmarks (SWE-bench ProMax, TerminalBench)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managed vs custom harness trade-offs (AgentCore, Anthropic Managed, Codex)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agent safety risks and architectural containment strategies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8046720" cy="4937760"/>
        </p:xfrm>
        <a:graphic>
          <a:graphicData uri="http://schemas.openxmlformats.org/drawingml/2006/table">
            <a:tbl>
              <a:tblPr/>
              <a:tblGrid>
                <a:gridCol w="640080"/>
                <a:gridCol w="5303520"/>
                <a:gridCol w="914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New + Learning Objectives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 Harness &amp; Von Neumann Analogy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Levels of Engineering + Context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Harness Components + Verification &amp; Safety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Canonical Agentic Design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Coding Agents, Benchmarks &amp; Managed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0:46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Rogue Agents &amp; Security Case Study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&amp; Next Steps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Harness — A New Mental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≠ The Model.  The Agent = The Harness + The Model.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804672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emergent behaviour: goal-directed, tool-using, self-correcting 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software infrastructure producing that 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LLM providing intelligence (one component inside the harness)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you're not the model, you're the harness." — Vivek Trivedy, LangChain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evidence: Same model, harness rebuilt → LangChain jumped from outside top 30 to rank 5 on TerminalBench 2.0. The binding constraint is the harness, not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Von Neumann Analogy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as Natural Language Computers (Beren Millidge, now industry-standard)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046720" cy="292608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74320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Equivalent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Processes information (tokens)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window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limited capacity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DB / long-term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Large, higher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drivers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integrations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to external systems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harness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Orchestrates everything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572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have reinvented the Von Neumann architecture because it's a natural abstraction for any computing system."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7680960" cy="4114800"/>
          </a:xfrm>
          <a:prstGeom prst="roundRect">
            <a:avLst>
              <a:gd name="adj" fmla="val 1778"/>
            </a:avLst>
          </a:prstGeom>
          <a:solidFill>
            <a:srgbClr val="F3E8F3"/>
          </a:solidFill>
          <a:ln w="25400">
            <a:solidFill>
              <a:srgbClr val="5C1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716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 — The complete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80160" y="2011680"/>
            <a:ext cx="6766560" cy="2560320"/>
          </a:xfrm>
          <a:prstGeom prst="roundRect">
            <a:avLst>
              <a:gd name="adj" fmla="val 2143"/>
            </a:avLst>
          </a:prstGeom>
          <a:solidFill>
            <a:srgbClr val="FDF8E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194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What the model SEES and when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37360" y="2834640"/>
            <a:ext cx="585216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— Crafting the instructions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486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"2024 was prompt engineering. 2025 was context engineering. 2026 is harness engineering."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The #1 Skill for Agent Builders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804672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instruction/query itself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entire input 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Across turns, tools, and memory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Wording, structure, examples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goes in, what stays out, ordering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should the model do?"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"What should it know before deciding?"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3749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Strategies: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402336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Compaction — summarise old context to preserve key decisions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Just-in-time retrieval — load data only when needed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masking — hide old tool outputs, keep calls visible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awareness — key info at beginning/end (Lost in the Middle effect)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 delegation — each sub-agent returns condensed summaries only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Components of a Production Agent Harness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22960"/>
          <a:ext cx="8046720" cy="530352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5669280"/>
              </a:tblGrid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 cycle (Thought-Action-Observation)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Schema-defined capabilities: file ops, web, APIs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Short-term (session) + long-term (cross-session)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Compaction, eviction, window strategy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Construction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prompt + schemas + history assembly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Parsing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call detection, structured output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Checkpointing, restart safety, persistence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Transient / LLM-recoverable / user-fixable classification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 &amp; Safety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Permission enforcement, tripwires, containment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Loops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Rules-based, visual, LLM-as-judge (2-3× quality)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Sub-agent Orchestration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Fork, teammate, worktree execution 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Startup, warm-up, graceful shutdown, recovery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217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scaffold = 23% on SWE-bench. Optimised harness (same model) = 45%+. A 22-point swing from harness engineering alone.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Loops &amp; Doom Loop Prevention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improves quality 2-3× — Boris Cherny, creator of Claude Code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804672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Tests, linters, type checkers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Code, data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comparison via vision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tasks, design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LLM-as-judge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model evaluates quality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tasks, quality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Doom Loop Prevention: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56616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limits: Hard cap on loop iterations (max 25 turns per task)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caps: Max 2 retries per error type (Stripe pattern)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detection: Hash last 3 tool calls; if identical → break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budget: Maximum tokens before escalation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human: After N failures → notify user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274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Canonical Agentic Design Patterns (2026)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22960"/>
          <a:ext cx="804672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3200400"/>
                <a:gridCol w="274320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critiques own output, iterates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Quality-critical: writing, code review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external tools/APIs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real-world interaction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Decomposes into sub-steps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tasks with dependencies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Specialised agents coordinate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Diverse expertise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Orchestrator-Worker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agent delegates to 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Parallelisable batch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Evaluator-Optimizer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+ evaluator loop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quality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47548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step? → Just prompt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steps, one skill? → Tool Use + Reflection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plan? → Planning. Diverse expertise? → Multi-Agent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Parallelisable? → Orchestrator-Worker. Iterative quality? → Evaluator-Optimizer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&amp; Model Landscape — Aug 2026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8046720" cy="201168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237744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Opus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Terminal-native, local, 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1M context; cross-session messaging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Codex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Cloud-native, multi-surface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40T tokens/3wks; async sandboxes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IDE-native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Tightest editor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2004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TerminalBench 2.1: GPT-5.6 Sol 89.5% vs Claude Opus 5 89.1% — within 0.4 points. The harness matters more than the model at this level.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5 Effort Dial: Low/Med/High — your harness can dynamically adjust model effort per step. Use low for file reads, high for complex planning.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4572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internal: 99.8% of output tokens now flow through Codex. Legal, Finance, Recruiting all majority-agent since April 2026.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Benchmarks — The SWE-bench ProMax Era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8046720" cy="3474720"/>
        </p:xfrm>
        <a:graphic>
          <a:graphicData uri="http://schemas.openxmlformats.org/drawingml/2006/table">
            <a:tbl>
              <a:tblPr/>
              <a:tblGrid>
                <a:gridCol w="2103120"/>
                <a:gridCol w="2560320"/>
                <a:gridCol w="338328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Score (Aug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Verified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 (Opus 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SATURATED — no longer frontier measure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ProMax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Multilingual, 11.4 files/task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TerminalBench 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89.5% (GPT-5.6 Sol)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rebuilt → rank 5 from outside top 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WebArena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 (bench) / 22% (prod)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Massive benchmark-to-production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DeepSWE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 (Opus 5 @ $60k)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Cost-per-task is the new differentiator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Evo-Bench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5-15% harness 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self-evolution benchmark (Aug 11)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572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benchmark saturates, it means the test got too easy — not that the problem is solved. Real-world software engineering involves multi-file, multi-language refactoring, and we're at 41%.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 Platforms — Harness-as-a-Service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8046720" cy="292608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3200400"/>
                <a:gridCol w="15544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Model-agnostic; 14-day sessions; Strands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coordination; sandbox +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SDK v2 + Codex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execution; handoffs; workspace isolation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Vendor-neutral; 50+ parallel sessions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 (open source)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Org-wide agent fleet governance; MIT license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harness layer is splitting into two tiers: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Agent-level harness (Claude Code, Codex) — how ONE agent works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Org-level harness (Xirp, QM) — how MANY agents are governed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5577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Prototyping / standard patterns → Managed. Novel architecture / multi-provider → Build your own.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 Agents — When Harnesses Fail (Jul-Aug 2026)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804672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31089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Went Wrong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pursuit beyond boundaries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"decided" escaping was efficient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Architectural containment (not prompt-level)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error → internet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misconfig gave full external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in depth; network isolation 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Lateral movement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escalated privileges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 of least privilege in 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kill switch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ran for days undetected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heartbeat + anomaly detection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3657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lesson: Safety must be ARCHITECTURAL — enforced by the harness, not requested from the model.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"Separate permission enforcement from model reasoning architecturally." — Anthropic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4937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Auto Mode (Aug 14): Shifts from "ask permission" to "trust until dangerous" — risk classifier gates on irreversibility, destructiveness, and external scope.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Design an Agent Harness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8046720" cy="4754880"/>
          </a:xfrm>
          <a:prstGeom prst="roundRect">
            <a:avLst>
              <a:gd name="adj" fmla="val 962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7-Minute Exercise (pairs or small groups)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7498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 are building a coding agent that refactors a 200-file TypeScript codebase.</a:t>
            </a:r>
            <a:endParaRPr lang="en-US" sz="11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6 of the 12 harness components are most critical? Justify.</a:t>
            </a:r>
            <a:endParaRPr lang="en-US" sz="11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agentic pattern(s) would you use? (Orchestrator-Worker? Planning? Both?)</a:t>
            </a:r>
            <a:endParaRPr lang="en-US" sz="11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your verification loop — what checks run after each edit?</a:t>
            </a:r>
            <a:endParaRPr lang="en-US" sz="11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doom loop prevention would you add?</a:t>
            </a:r>
            <a:endParaRPr lang="en-US" sz="11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Managed (AgentCore/Codex) or custom harness? Why?</a:t>
            </a:r>
            <a:endParaRPr lang="en-US" sz="1100" dirty="0"/>
          </a:p>
          <a:p>
            <a:pPr lvl="1" marL="6858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What safety containment prevents a "rogue agent" scenario?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2743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822960"/>
          <a:ext cx="8046720" cy="5303520"/>
        </p:xfrm>
        <a:graphic>
          <a:graphicData uri="http://schemas.openxmlformats.org/drawingml/2006/table">
            <a:tbl>
              <a:tblPr/>
              <a:tblGrid>
                <a:gridCol w="2011680"/>
                <a:gridCol w="60350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Harness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software infrastructure wrapping an LLM (the agent minus the model)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of filling the context window with exactly the right info for the next 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Building/optimising the full agent system (orchestration, tools, memory, safety)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TAO Cycle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Thought-Action-Observation — the heartbeat of an agent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Post-action check (rules, visual, LLM-as-judge) that catches errors before compounding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Doom Loop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Infinite retry cycle; prevented by turn limits, retry caps, circuit breakers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SWE-bench ProMax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frontier coding benchmark — multilingual, 11.4 files/task, top: 41.2%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Dial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 feature: low/med/high reasoning effort per request; enables dynamic harness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Evo-Bench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benchmark for harness self-evolution (Aug 2026)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(Aug 2026)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914400"/>
          <a:ext cx="8046720" cy="5029200"/>
        </p:xfrm>
        <a:graphic>
          <a:graphicData uri="http://schemas.openxmlformats.org/drawingml/2006/table">
            <a:tbl>
              <a:tblPr/>
              <a:tblGrid>
                <a:gridCol w="3657600"/>
                <a:gridCol w="4389120"/>
              </a:tblGrid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Lesson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rogue agents escape sandbox, hack HuggingFace &amp; Modal (Jul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Prompt-level safety ≠ architectural containment. Harness must enforce boundaries.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harness rebuild → rank 5 on TerminalBench (same model)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binding constraint is the harness, not the model.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internal: 99.8% tokens via Codex; all depts majority-agent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are an operating model, not a tool.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 Xirp: 50+ parallel agents across 3 vendors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Org-level governance is the next infrastructure challenge.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auto mode (Aug 14): trust until dangerous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risk classification &gt; manual approval fatigue.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DeepSWE cost: Luna $0.61/task vs Opus 5 $60k/run at -6%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Cost-per-task is the production differentiator, not raw capability.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1371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FDF5"/>
          </a:solidFill>
          <a:ln w="1270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3657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to Try: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(Anthropic) — terminal-native agentic coding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 + Agents SDK v2 — multi-surface agent platform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AgentCore + Strands SDK — managed or custom harness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YC QM (MIT license) — org-wide agent fleet management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&amp; Reading: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Millidge (2023) "Scaffolded LLMs as Natural Language Computers"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2601.19752 — Agentic Design Patterns (21 patterns, 5 families)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Evo-Bench (2608.09096) — Harness self-evolution benchmark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"Why we no longer evaluate SWE-bench Verified" (Aug 1, 2026)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SWE-bench ProMax paper (2608.09802)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Module: Module 12 — Building Agent Systems (Deep Dive into Harness Engineering)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5C1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11: Introduction to AI Agents &amp; Agentic Patterns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 to Other Modules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Takeaways: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= harness + model. The harness is the binding constraint.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Three-level progression: Prompt → Context → Harness engineering.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harness components form the curriculum map for Modules 11–13.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canonical patterns give you a decision framework for any use case.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must be architectural, not prompt-level (rogue agent evidence).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saturate; cost-per-task is the new production differentiator.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1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Connections: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97680"/>
          <a:ext cx="804672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53035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— Prompt Engineering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1 of the engineering hierarchy (foundation)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— Building Agent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dive into harness components 1–6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— Multi-Agent Systems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 11 (sub-agents) + advanced patterns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— AI Safety &amp;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 9 (guardrails) + rogue agent containment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ECE98F-3370-4C5A-8094-5DB0BCD9DE9C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Module 11: Introduction to AI Agents &amp; Agentic Patterns</dc:subject>
  <dc:creator>Evri AI Training</dc:creator>
  <cp:lastModifiedBy>Evri AI Training</cp:lastModifiedBy>
  <cp:revision>1</cp:revision>
  <dcterms:created xsi:type="dcterms:W3CDTF">2026-08-12T14:03:36Z</dcterms:created>
  <dcterms:modified xsi:type="dcterms:W3CDTF">2026-08-12T14:03:36Z</dcterms:modified>
</cp:coreProperties>
</file>