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E101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Track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developments since the July 2026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Amazon Bedrock Managed Knowledge Base GA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Fully managed RAG with agentic retrieval, 6 connectors, GraphRAG via Neptune
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RAGU: 7B model beats 32B on KG extraction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Domain-tuned small models outperform large generalists (+12.5%)
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Databricks LTAP + Lakehouse//RT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Sub-100ms latency, single-copy architecture, 16x performance gain
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MCP reaches enterprise production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97M monthly downloads; 41% of orgs in production; 28% of Fortune 500
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Context Engineering revolution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Anthropic: less context = better results. Precision &gt; recall for RAG
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Vector DB landscape consolidated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Clear winners by scale; hybrid search (vector+BM25+reranker) is mandatory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learners will be able to: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data quality is an operational safety problem for AI agents
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structured, unstructured, and semi-structured data for AI
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vector databases, knowledge graphs, and when to use each
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data pipeline for enterprise RAG (including managed options)
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context engineering principles — quality over quantity
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semantic layer and MCP as agent data interfaces
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5 data quality issues that break AI agents
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data flywheel pattern and its failure modes
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321040" cy="521208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Opening: Why data is now an operations safety problem
</a:t>
            </a:r>
            <a:pPr indent="0" marL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Data readiness gap + 5 quality issues that break agents
</a:t>
            </a:r>
            <a:pPr indent="0" marL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min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Knowledge graphs, GraphRAG &amp; vector DB landscape
</a:t>
            </a:r>
            <a:pPr indent="0" marL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 min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Semantic layer, MCP &amp; context engineering
</a:t>
            </a:r>
            <a:pPr indent="0" marL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 min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Real-time data, LTAP &amp; unstructured data pipelines
</a:t>
            </a:r>
            <a:pPr indent="0" marL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45–55 min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Hands-on activity: Data readiness assessment
</a:t>
            </a:r>
            <a:pPr indent="0" marL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Summary, key terms &amp; connections to other modules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Readiness Gap for Agentic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TDWI Benchmark Report — May 2026, 161 organisations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organisations report broadly trusted structured data
</a:t>
            </a:r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a governed semantic layer
</a:t>
            </a:r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multi-agent systems in production
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8229600" cy="109728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63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intelligent agent acting on fragmented, delayed or conflicting records does not remove operational problems. It automates them." — Nerdbot AI, June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371600"/>
            <a:ext cx="3017520" cy="292608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4630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compute &amp; tooling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on shaky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→ bad actions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just bad answers)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 Quality Issues That Break AI Agents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Delphina.ai 2026 production analysis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Breaks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Duplicate/fragmented entities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 context about same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IDs &amp; broken joins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context → wrong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in categorical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filter or aggregate reliably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Timezone inconsistencies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timestamps → wrong decisions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data (silent pipeline failures)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on outdated info as if 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54880"/>
            <a:ext cx="822960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846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Multiplier effect: A 10-step agentic process with 99% per-step accuracy → only ~90.4% end-to-end success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— The Missing Data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relationships for multi-hop reasoning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vector search can't solve: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need to reason over relationships: customers → contracts → products → policies → events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represent info as nodes (entities) and edges (relationships):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Multi-hop reasoning across linked data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traversal of organisational knowledge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Provenance tracking: every answer cites its source path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(2025–2026):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GraphRAG: 16.7% → 56.2% accuracy (3.4× improvement)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CFR regulatory benchmark: 70% accuracy improvement over vector RAG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Cross-encoder reranking: +33-40% retrieval accuracy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82296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32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Best Practice: Use BOTH — Vector for similarity + Graph for relationships (Hybrid Retrieval)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as Agent Memory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KG-as-Agent-Memory is now a multi-builder category — 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Architecture: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Short-term: Context window (conversation history)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Medium-term: Vector store (semantic search over past interactions)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Long-term: Knowledge Graph (structured relationships, decisions, outcomes)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 need graph memory: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Vector: "Find similar past conversations" ✓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Graph: "What did we decide about Project X, and who objected?" ✓✓✓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Enables: temporal reasoning, causal chains, relationship evolution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Explosion (July 2026):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ECC, Graphify, CodeGraph — codebase KGs for coding agents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Neo4j NODES AI 2026 — 40+ agent apps on graph intelligence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Healthcare, finance, cybersecurity, agriculture applications
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 — Small Models Beat Large on KG Extraction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2026: Domain-adapted 7B model outperforms 32B generalist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13716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2860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Construction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Qwen2.5-32B (general)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Meno-Lite-0.1 (RAGU)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+12.5% relative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26517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Why this matters: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KG construction is now 4× cheaper — run on 7B inference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Multi-step extraction &gt; single-pass (iterative refinement)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Graph extraction is a language skill, not world knowledge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Inverted Pattern (AssetOpsBench, KDD 2026):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translates query → Graph executes deterministically → 100% accuracy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graph executes deterministically. The LLM just translates."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Enterprise KG construction is feasible without massive GPU budgets.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Layer — Data's Interface for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translation layer between raw data and AI agents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semantic layer, every agent invents its own metric definitions: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says £4.2M revenue; agent says £3.8M → trust erodes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uses a different "churn rate" definition from finance → costly errors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auditability: "What definition did the agent use?"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 Agent → Semantic Layer → Data Warehouse/Lake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Semantic Layer provides: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metric definitions  • Entity relationships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policies  • Query validation rules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Accessible via: SQL, REST, GraphQL, MCP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(2026):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Cube.dev, AtScale, dbt Semantic Layer, Looker Metrics Layer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The Universal Data Interface for Agents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"USB-C for AI" — 97M monthly SDK downloads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agents × M sources = N×M integrations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agents + M MCP servers = N+M integrations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team builds own connector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team publishes one MCP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standard security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2.1 + scoped permissions built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discoverability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discover tools/data at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49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2026 Adoption: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41% of software orgs in production with MCP servers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28% of Fortune 500 have implemented MCP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Adopted by: ChatGPT, Claude, Cursor, Gemini, Microsoft Copilot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Team's New Role: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MCP servers that make governed data agent-accessible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Concern: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 can consume 72%+ of context window → use progressive disclosure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Less Data = Better Results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removed 80% of Claude Code's system prompt — no performance loss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Paradigm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Paradigm (2026)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Stuff context window with everything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 minimal high-signal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retrieved docs = better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Fewer, higher-quality docs = better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 system prompts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Concise guidance; trust model judgment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document dumps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hierarchical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566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Principles for Data: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Quality over quantity — 3 relevant chunks &gt; 20 loosely related ones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Progressive disclosure — provide data on demand, not all upfront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Structured references — code, schemas, examples &gt; verbose descriptions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Freshness signals — mark data with timestamps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Compaction — summarise long histories; keep decision-relevant facts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RAG: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(+33-40% accuracy) is now mandatory, not optional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&amp; Databricks LTAP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 for action-taking agents — LTAP: sub-100ms on a single data copy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194560"/>
                <a:gridCol w="219456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LTAP (2026)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Hours–days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ms–seconds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Sub-100ms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copies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(OLTP+OLAP)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Multiple+stream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suitability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Action-taking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Action-taking + governed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Catalog 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vs. separate 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97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your agent decides on 24-hour-old data, it's a report that takes actions based on yesterday's world."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acquired Confluent for $11B (March 2026) — "the engine of enterprise AI and agents"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Apache Kafka, AWS Kinesis, Confluent, RisingWave, Apache Flink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Pipelines &amp; Managed RAG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175+ ZB global data is unstructured — Bedrock Managed KB: the productised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Pipeline: Ingestion → Extraction → Transformation → Indexing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Ingestion: PDFs, emails, images, audio, video, web pages, code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Extraction: Document parsing (Tika, Unstructured.io), OCR/VLM, transcription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Transformation: Chunking, entity extraction, classification, KG triples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Indexing: Vector DB + Full-text + Knowledge Graph + Metadata warehouse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Managed Knowledge Base (GA June 2026):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native connectors (S3, SharePoint, Confluence, Drive, OneDrive, Web)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smart parsing + managed vector store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hybrid search + reranking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 Retriever for multi-hop queries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GraphRAG via Neptune Analytics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3,000 page document limit + custom vocabulary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KB for standard RAG (&lt;50M docs). Self-built for custom logic/extreme scale.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Landscape — 2026 Consolidation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settled: clear winners by use case and scale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 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 + 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&lt;10M vectors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 +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10M–100M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UX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10M–1B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50M–1B+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Milvus/Zilliz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84048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Decision Framework: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&lt;10M vectors: Just use pgvector. Don't overcomplicate it.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10-50M: Weaviate or Qdrant depending on hybrid search needs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50M+: Purpose-built DBs beat pgvector on throughput and tail latency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scales: Hybrid search (vector + BM25 + reranker) is mandatory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converging with analytical databases (Snowflake, Databricks, BigQuery all have native vector search)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&amp; Quality Measurement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 of synthetic data techniques now involve LLM prompting — SynAE quality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Prompt-based generation  • Self-instruct / Evol-Instruct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Retrieval-augmented synthesis  • Iterative self-refinement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synthesis  • Self-play verification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SynAE Framework (May 2026) — 3 Quality Pillars: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Validity: Are tool calls syntactically correct?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Fidelity: Does data match real-world distributions?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Diversity: Does dataset cover edge cases?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suffices. Measure all 3 pillars across all categories.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collapse • Data contamination • Bias amplification • Quality ceiling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real data → Generate synthetic → Filter with quality → Mix (70/30 to 90/10)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Data Readiness Assessment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— Individual or pairs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321040" cy="521208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organisation is deploying a customer support agent that can issue refunds, update orders, and escalate to humans.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Quality Audit (3 min)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5 data quality issues. For each, rate your organisation 1-5. Which is your biggest risk?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Architecture Choice (3 min)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agent use: (a) Vector DB only, (b) Knowledge Graph only, or (c) Both? Justify using the decision matrix.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Freshness Requirement (2 min)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agent need batch, streaming, or LTAP-style real-time data? What breaks if data is 4 hours stale?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Share (2 min)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biggest risk and architecture choice with the group.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53035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(entities) + edges (relationships) for multi-hop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enhanced with KG community detection &amp; structured traversal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Governed metric definitions accessible to AI agents via SQL/MCP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Context Protocol — universal standard for agent-data connections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Curating minimal high-signal data for model context windows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Flywheel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Self-reinforcing loop: usage → feedback → improvement → more 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 Transactional/Analytical Processing — single-copy real-time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Domain-tuned small model for KG extraction (7B beats 32B)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measuring synthetic data quality: validity, fidelity, diversity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+ BM25 + reranker — 2026 mandatory default for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&amp; Reports: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TDWI Data Readiness Benchmark (May 2026)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GraphRAG paper + open source repo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RAGU / Meno-Lite-0.1 (arXiv:2607.11683, Aug 2026)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AssetOpsBench — KDD 2026 (arXiv:2605.26874)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SynAE framework (arXiv:2605.22564, May 2026)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Gartner: "Prepare Unstructured Data for RAG" (July 2026)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Explore: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Bedrock Managed Knowledge Base (GA June 2026)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Databricks LTAP + Lakehouse//RT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Neo4j + LangChain GraphRAG integration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SDK (github.com/modelcontextprotocol)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ColPali / VLM-based document embeddings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the Course: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05: Building Your AI Roadmap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06: Prompt Engineering &amp; Interaction Design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Data Foundations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now an operational safety problem. Agents don't just read data — they act on it.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47% trusted data + 27% semantic layer = massive readiness gap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Graphs + Vector DBs = hybrid retrieval (3.4× accuracy gain)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engineering: less data, higher quality = better results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data (LTAP) for action-taking agents; batch for read-only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as the universal agent-data interface (97M monthly downloads)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03 (LLMs): Data feeds these models — garbage in, garbage out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05 (AI Roadmap): Data readiness assessment drives prioritisation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12 (Multi-Agent Systems): Shared KG memory for coordination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16 (Governance): Semantic layer is where governance meets AI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10 (RAG): This module provides the data foundation for RAG systems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D767BF-F6DB-4825-8721-D6FAAA33C7C3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04: Data Foundations for AI</dc:subject>
  <dc:creator>Evri AI Training</dc:creator>
  <cp:lastModifiedBy>Evri AI Training</cp:lastModifiedBy>
  <cp:revision>1</cp:revision>
  <dcterms:created xsi:type="dcterms:W3CDTF">2026-08-12T14:03:20Z</dcterms:created>
  <dcterms:modified xsi:type="dcterms:W3CDTF">2026-08-12T14:03:20Z</dcterms:modified>
</cp:coreProperties>
</file>