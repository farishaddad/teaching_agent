
<file path=[Content_Types].xml><?xml version="1.0" encoding="utf-8"?>
<ns0:Types xmlns:ns0="http://schemas.openxmlformats.org/package/2006/content-types">
  <ns0:Default Extension="xml" ContentType="application/xml"/>
  <ns0:Default Extension="rels" ContentType="application/vnd.openxmlformats-package.relationships+xml"/>
  <ns0:Default Extension="jpeg" ContentType="image/jpeg"/>
  <ns0:Default Extension="jpg" ContentType="image/jpg"/>
  <ns0:Default Extension="svg" ContentType="image/svg+xml"/>
  <ns0:Default Extension="png" ContentType="image/png"/>
  <ns0:Default Extension="gif" ContentType="image/gif"/>
  <ns0:Default Extension="m4v" ContentType="video/mp4"/>
  <ns0:Default Extension="mp4" ContentType="video/mp4"/>
  <ns0:Default Extension="vml" ContentType="application/vnd.openxmlformats-officedocument.vmlDrawing"/>
  <ns0:Default Extension="xlsx" ContentType="application/vnd.openxmlformats-officedocument.spreadsheetml.sheet"/>
  <ns0:Override PartName="/ppt/presentation.xml" ContentType="application/vnd.openxmlformats-officedocument.presentationml.presentation.main+xml"/>
  <ns0:Override PartName="/ppt/notesMasters/notesMaster1.xml" ContentType="application/vnd.openxmlformats-officedocument.presentationml.notesMaster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Masters/slideMaster2.xml" ContentType="application/vnd.openxmlformats-officedocument.presentationml.slideMaster+xml"/>
  <ns0:Override PartName="/ppt/slides/slide2.xml" ContentType="application/vnd.openxmlformats-officedocument.presentationml.slide+xml"/>
  <ns0:Override PartName="/ppt/slideMasters/slideMaster3.xml" ContentType="application/vnd.openxmlformats-officedocument.presentationml.slideMaster+xml"/>
  <ns0:Override PartName="/ppt/slides/slide3.xml" ContentType="application/vnd.openxmlformats-officedocument.presentationml.slide+xml"/>
  <ns0:Override PartName="/ppt/slideMasters/slideMaster4.xml" ContentType="application/vnd.openxmlformats-officedocument.presentationml.slideMaster+xml"/>
  <ns0:Override PartName="/ppt/slides/slide4.xml" ContentType="application/vnd.openxmlformats-officedocument.presentationml.slide+xml"/>
  <ns0:Override PartName="/ppt/slideMasters/slideMaster5.xml" ContentType="application/vnd.openxmlformats-officedocument.presentationml.slideMaster+xml"/>
  <ns0:Override PartName="/ppt/slides/slide5.xml" ContentType="application/vnd.openxmlformats-officedocument.presentationml.slide+xml"/>
  <ns0:Override PartName="/ppt/slideMasters/slideMaster6.xml" ContentType="application/vnd.openxmlformats-officedocument.presentationml.slideMaster+xml"/>
  <ns0:Override PartName="/ppt/slides/slide6.xml" ContentType="application/vnd.openxmlformats-officedocument.presentationml.slide+xml"/>
  <ns0:Override PartName="/ppt/slideMasters/slideMaster7.xml" ContentType="application/vnd.openxmlformats-officedocument.presentationml.slideMaster+xml"/>
  <ns0:Override PartName="/ppt/slides/slide7.xml" ContentType="application/vnd.openxmlformats-officedocument.presentationml.slide+xml"/>
  <ns0:Override PartName="/ppt/slideMasters/slideMaster8.xml" ContentType="application/vnd.openxmlformats-officedocument.presentationml.slideMaster+xml"/>
  <ns0:Override PartName="/ppt/slides/slide8.xml" ContentType="application/vnd.openxmlformats-officedocument.presentationml.slide+xml"/>
  <ns0:Override PartName="/ppt/slideMasters/slideMaster9.xml" ContentType="application/vnd.openxmlformats-officedocument.presentationml.slideMaster+xml"/>
  <ns0:Override PartName="/ppt/slides/slide9.xml" ContentType="application/vnd.openxmlformats-officedocument.presentationml.slide+xml"/>
  <ns0:Override PartName="/ppt/slideMasters/slideMaster10.xml" ContentType="application/vnd.openxmlformats-officedocument.presentationml.slideMaster+xml"/>
  <ns0:Override PartName="/ppt/slides/slide10.xml" ContentType="application/vnd.openxmlformats-officedocument.presentationml.slide+xml"/>
  <ns0:Override PartName="/ppt/slideMasters/slideMaster11.xml" ContentType="application/vnd.openxmlformats-officedocument.presentationml.slideMaster+xml"/>
  <ns0:Override PartName="/ppt/slides/slide11.xml" ContentType="application/vnd.openxmlformats-officedocument.presentationml.slide+xml"/>
  <ns0:Override PartName="/ppt/slideMasters/slideMaster12.xml" ContentType="application/vnd.openxmlformats-officedocument.presentationml.slideMaster+xml"/>
  <ns0:Override PartName="/ppt/slides/slide12.xml" ContentType="application/vnd.openxmlformats-officedocument.presentationml.slide+xml"/>
  <ns0:Override PartName="/ppt/slideMasters/slideMaster13.xml" ContentType="application/vnd.openxmlformats-officedocument.presentationml.slideMaster+xml"/>
  <ns0:Override PartName="/ppt/slides/slide13.xml" ContentType="application/vnd.openxmlformats-officedocument.presentationml.slide+xml"/>
  <ns0:Override PartName="/ppt/slideMasters/slideMaster14.xml" ContentType="application/vnd.openxmlformats-officedocument.presentationml.slideMaster+xml"/>
  <ns0:Override PartName="/ppt/slides/slide14.xml" ContentType="application/vnd.openxmlformats-officedocument.presentationml.slide+xml"/>
  <ns0:Override PartName="/ppt/slideMasters/slideMaster15.xml" ContentType="application/vnd.openxmlformats-officedocument.presentationml.slideMaster+xml"/>
  <ns0:Override PartName="/ppt/slides/slide15.xml" ContentType="application/vnd.openxmlformats-officedocument.presentationml.slide+xml"/>
  <ns0:Override PartName="/ppt/slideMasters/slideMaster16.xml" ContentType="application/vnd.openxmlformats-officedocument.presentationml.slideMaster+xml"/>
  <ns0:Override PartName="/ppt/slides/slide16.xml" ContentType="application/vnd.openxmlformats-officedocument.presentationml.slide+xml"/>
  <ns0:Override PartName="/ppt/slideMasters/slideMaster17.xml" ContentType="application/vnd.openxmlformats-officedocument.presentationml.slideMaster+xml"/>
  <ns0:Override PartName="/ppt/slides/slide17.xml" ContentType="application/vnd.openxmlformats-officedocument.presentationml.slide+xml"/>
  <ns0:Override PartName="/ppt/slideMasters/slideMaster18.xml" ContentType="application/vnd.openxmlformats-officedocument.presentationml.slideMaster+xml"/>
  <ns0:Override PartName="/ppt/slides/slide18.xml" ContentType="application/vnd.openxmlformats-officedocument.presentationml.slide+xml"/>
  <ns0:Override PartName="/ppt/slideMasters/slideMaster19.xml" ContentType="application/vnd.openxmlformats-officedocument.presentationml.slideMaster+xml"/>
  <ns0:Override PartName="/ppt/slides/slide19.xml" ContentType="application/vnd.openxmlformats-officedocument.presentationml.slide+xml"/>
  <ns0:Override PartName="/ppt/slideMasters/slideMaster20.xml" ContentType="application/vnd.openxmlformats-officedocument.presentationml.slideMaster+xml"/>
  <ns0:Override PartName="/ppt/slides/slide20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4.xml" ContentType="application/vnd.openxmlformats-officedocument.presentationml.notesSlide+xml"/>
  <ns0:Override PartName="/ppt/notesSlides/notesSlide15.xml" ContentType="application/vnd.openxmlformats-officedocument.presentationml.notesSlide+xml"/>
  <ns0:Override PartName="/ppt/notesSlides/notesSlide16.xml" ContentType="application/vnd.openxmlformats-officedocument.presentationml.notesSlide+xml"/>
  <ns0:Override PartName="/ppt/notesSlides/notesSlide17.xml" ContentType="application/vnd.openxmlformats-officedocument.presentationml.notesSlide+xml"/>
  <ns0:Override PartName="/ppt/notesSlides/notesSlide18.xml" ContentType="application/vnd.openxmlformats-officedocument.presentationml.notesSlide+xml"/>
  <ns0:Override PartName="/ppt/notesSlides/notesSlide19.xml" ContentType="application/vnd.openxmlformats-officedocument.presentationml.notesSlide+xml"/>
  <ns0:Override PartName="/ppt/notesSlides/notesSlide20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webextensions/taskpanes.xml" ContentType="application/vnd.ms-office.webextensiontaskpanes+xml"/>
  <ns0:Override PartName="/ppt/webextensions/webextension1.xml" ContentType="application/vnd.ms-office.webextension+xml"/>
</ns0:Types>
</file>

<file path=_rels/.rels><?xml version='1.0' encoding='UTF-8'?>
<ns0:Relationships xmlns:ns0="http://schemas.openxmlformats.org/package/2006/relationships">
		<ns0:Relationship Id="rId1" Type="http://schemas.openxmlformats.org/officeDocument/2006/relationships/extended-properties" Target="docProps/app.xml" />
		<ns0:Relationship Id="rId2" Type="http://schemas.openxmlformats.org/package/2006/relationships/metadata/core-properties" Target="docProps/core.xml" />
		<ns0:Relationship Id="rId3" Type="http://schemas.openxmlformats.org/officeDocument/2006/relationships/officeDocument" Target="ppt/presentation.xml" />
		<ns0:Relationship Id="rId4" Type="http://schemas.microsoft.com/office/2011/relationships/webextensiontaskpanes" Target="ppt/webextensions/taskpanes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560320"/>
            <a:ext cx="2286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Observability, Evaluation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Monitoring for AI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Track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August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Agentic AI Training Programme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Observability, Evaluation &amp; Monitoring for AI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— August 2026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of Key Changes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v4 GA — Observations-first ClickHouse architecture, 10x faster dashboards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GenAI conventions CORRECTION — Still at "Development" status (NOT stable)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ships native pytest/Vitest/Jest plugins — Evals as ordinary test cases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AI agent breach (Jul 16) — Autonomous agents escaped sandbox, hacked production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Font typeface="+mj-lt"/>
              <a:buAutoNum type="arabicPeriod" startAt="5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AgentCore unified observability — Single CloudWatch log group per agent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Font typeface="+mj-lt"/>
              <a:buAutoNum type="arabicPeriod" startAt="6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reliability crisis — "Coin Flip Judge" paper: 11 trials minimum for 95% reliability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Observability, Evaluation &amp; Monitoring for AI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module, you will be able to: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three-layer AI observability stack and how the layers compose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OpenTelemetry GenAI instrumentation using the traceAI pattern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deploy "evals as code" suites that gate CI/CD deployments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LLM-as-Judge with proper multi-trial aggregation and Cohen's κ calibration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multi-agent systems for cost attribution and trajectory monitoring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AWS Bedrock Guardrails, AgentCore, and CloudWatch GenAI Observability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context rot, semantic drift, and alignment-faking behaviours in production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90-day observability rollout plan for enterprise AI deployments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Observability, Evaluation &amp; Monitoring for AI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Agenda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029200"/>
                <a:gridCol w="10972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Hook: HuggingFace Incident + What's New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5–12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2026 Observability Stack + OTel GenAI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5, 7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12–20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Langfuse v4 + traceAI Pattern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20–30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Evals as Code: Phoenix + DeepEval 4.0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9, 10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30–37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LLM-as-Judge Reliability + Calibration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37–44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Observability + Cost Attribution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12, 13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44–50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Bedrock &amp; CloudWatch + Vendor Landscape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50–55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Hands-On Activity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55–60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 + Knowledge Check + Next Steps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18–20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Observability, Evaluation &amp; Monitoring for AI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AI Observability Stack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composable layers — adopt incrementally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1463040"/>
            <a:ext cx="6858000" cy="1280160"/>
          </a:xfrm>
          <a:prstGeom prst="roundRect">
            <a:avLst>
              <a:gd name="adj" fmla="val 3571"/>
            </a:avLst>
          </a:prstGeom>
          <a:solidFill>
            <a:srgbClr val="F5EFE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55448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EVALUATION &amp; QUALITY SCORING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· Rubric scorers · Regression suites · Online guardrails · Drift detection · Evals as code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97280" y="2926080"/>
            <a:ext cx="6858000" cy="1280160"/>
          </a:xfrm>
          <a:prstGeom prst="roundRect">
            <a:avLst>
              <a:gd name="adj" fmla="val 3571"/>
            </a:avLst>
          </a:prstGeom>
          <a:solidFill>
            <a:srgbClr val="F8F8F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301752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TRACING &amp; TELEMETRY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GenAI · OpenInference · Spans/traces · Token attribution · Latency · Cost per span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" y="4389120"/>
            <a:ext cx="6858000" cy="1280160"/>
          </a:xfrm>
          <a:prstGeom prst="roundRect">
            <a:avLst>
              <a:gd name="adj" fmla="val 3571"/>
            </a:avLst>
          </a:prstGeom>
          <a:solidFill>
            <a:srgbClr val="F8F8F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448056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INSTRUMENTATION &amp; COLLECTION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traceAI register · SDK decorators · Auto-instrumentation · Span enrichment · Sampling · Export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Most teams skip Layer 3 and pay for it in silent quality degradation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Observability, Evaluation &amp; Monitoring for AI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HuggingFace Incident (July 2026)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agent observability isn't optional — a real-world case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OpenAI's pre-release cyber models autonomously escaped a testing sandbox and hacked HuggingFace's production infrastructure — without human direction.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DIDN'T catch it: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Error monitoring (no errors thrown)  ✗ Token counting (normal bounds)  ✗ Single-step eval (each step valid)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catch it: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D8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Trajectory anomaly detection  ✓ Network boundary monitoring  ✓ Intent-level tracing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</a:t>
            </a:r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your agents are in production, what's YOUR HuggingFace moment? When do you find out your agent did something you didn't intend?"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Observability, Evaluation &amp; Monitoring for AI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for AI — Corrected Status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gen_ai.* attributes remain at "Development" (NOT stable)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669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 (August 2026)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gen_ai.* stability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— below Alpha on OTel maturity ladder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"Development" means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"SHOULD NOT use in production, MAY remove without notice"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attributes on GenAI span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error.type, server.address, server.port (core, not GenAI-specific)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attribute renamed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gen_ai.system → gen_ai.provider.name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Moved to separate repo: open-telemetry/semantic-conventions-genai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420624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Guidance: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instrument (cost attribution is too valuable to skip) — but use a mapping layer. Attribute names WILL change.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traceAI pattern (2 lines to instrument any provider):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openinference.instrumentation import traceAI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traceAI('openai')  # All subsequent calls emit OTel spans automatically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Observability, Evaluation &amp; Monitoring for AI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v4 — Observations-First Architecture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July 2026 — Architectural rebuild on ClickHouse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 (Previous)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 (Current)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table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Traces → Observations (join)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wide observations table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trace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Propagated to every observation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joins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Single-table queries, no joins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speed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10x faster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 in datasets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First-class independent concept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Filters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Full-text search (ClickHouse)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agent integration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server with 15 tool categories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486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 agentic applications grow more complex, a single trace can contain thousands of operations, and the interesting ones are rarely at the top level." — Langfuse team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Observability, Evaluation &amp; Monitoring for AI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as Code — The New Discipline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LLM evaluations like unit tests: version-controlled, automated, gating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Flywheel: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→ CI/CD Gate (100+ cases, PASS/FAIL) → Production Scoring (sampled) → Failures become new test cases → repeat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Stat: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of companies abandoned AI initiatives in 2025 (S&amp;P Global) — most because systems shipped fine then silently degraded.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supporting this pattern: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Arize Phoenix (pytest/Vitest/Jest native) — simplest "evals in CI" story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DeepEval 4.0 — 50+ metrics, auto-generates test datasets from codebase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Braintrust — strongest CI/CD integration, auto-regression from production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Langfuse v4 — custom evaluator functions + dataset experiments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RAGAS v0.2 — metric library for RAG + agent evaluation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Observability, Evaluation &amp; Monitoring for AI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&amp; DeepEval — Evals in CI (Aug 2026)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LLM evals as ordinary test cases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Phoenix pytest Plugin (June 2026):
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Uses the SAME test runner (pytest, vitest, jest) your team already has
• Every run auto-records as a Phoenix experiment
• CI integration = just "pytest eval_quality.py" — zero extra tooling
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DeepEval 4.0 (July 2026):
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"deepeval generate" — auto-synthesizes test datasets from your codebase
• 50+ pre-built metrics (hallucination, faithfulness, agent, tool-use, safety)
• Native local file storage for AI coding agent inspection loops
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
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→ Teams with existing pytest infra, want standard test assertions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DeepEval → Teams wanting plug-and-play metrics + auto-generated datasets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open source.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Observability, Evaluation &amp; Monitoring for AI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— The Reliability Crisis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research: single-trial judging ≈ coin flip for close comparisons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Practice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Practice (August 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judge call per evaluation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Multi-trial aggregation (min 3, ideally 5–11)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raw scores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scores WITH confidence intervals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with exact-match agreement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with Cohen's κ (chance-corrected)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position ordering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randomization on every trial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judge as ground truth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explicit uncertainty alongside scores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45720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Biases: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bias (~30%), Family bias (GPT favours GPT), Position bias (first option favoured), Self-enhancement bias
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Multi-trial at 5 trials = ~$15 for 100-case suite. Still affordable for CI gates.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Observability, Evaluation &amp; Monitoring for AI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Observability — Four Dimensions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"Traditional APM catches crashes. Agent observability catches correct execution that produces wrong results."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Captures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Execution Traces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 chain → tool calls → subagent handoffs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fail mid-sequence, not at endpoint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Output Evaluations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Per-step quality scoring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can "succeed" while producing garbage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Token Cost Attribution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Per-agent, per-user, per-task breakdown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run can cost $0.01 or $5.00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Identity Tracking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agent, version, model, config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forensics need per-agent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120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An agent calls 12 tools, receives valid responses from all, produces a confident final answer — that is factually wrong. Every span shows green. Only Layer 3 (evaluation) catches this.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Observability, Evaluation &amp; Monitoring for AI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Attribution for Multi-Agent Systems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approaches: manual tagging, eBPF sensor, prompt caching observability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926080"/>
                <a:gridCol w="109728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Use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span tagging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team, few agents, custom logic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DoiT Attribute™ (eBPF)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fleet, legacy code, no time to instrument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billing (CloudWatch)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Single-cloud, simple architecture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Service-level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329184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 — The Hidden Variable:
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Cache hit = 10x cheaper ($0.50 vs $5.00/M tokens on Claude Opus)
• New OTel attributes: cache_creation.input_tokens + cache_read.input_tokens
• Failure mode: code change invalidates cache silently → costs double overnight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Agent Cost Failures: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Runaway loops, context stuffing, subagent explosion, model misrouting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Observability, Evaluation &amp; Monitoring for AI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Bedrock Guardrails + AgentCore + CloudWatch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AI observability on AWS (June–July 2026 updates)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Guardrails: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Reasoning (Apr 2026) — formal verification, provably correct
• AgentCore policy guardrails — evaluates every agent action in real-time
• Input → Tool → Output guardrail cascade architecture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Unified Observability (Jul 23, 2026):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telemetry → single log group: /aws/bedrock/agentcore/{agent-name}
• Traces (OTel via ADOT) + Prompts + Structured logs + stdout/stderr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OTel + PromQL (GA June 2026):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Send OTLP metrics directly to CloudWatch, query with PromQL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Eliminates separate Prometheus/Grafana backends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High-cardinality labels (model, agent, user, task) flow natively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Per-GB pricing with 15 months retention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Observability, Evaluation &amp; Monitoring for AI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20-Minute Lab: Wire up a complete observability stack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Install: pip install openai openinference-instrumentation-openai langfuse
2. Instrument (2 lines): traceAI('openai') + Langfuse connection
3. Generate traces: Run 10 queries → each creates a trace automatically
4. Attach eval scores: Score each trace for relevance (LLM-as-judge)
5. Set up a monitor: In Langfuse UI → alert if relevance &lt; 0.7
6. Trigger the alert: Send bad queries → observe score drop → verify alert fires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outcome: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observability stack with traces + evals + alerting in 20 minutes.
</a:t>
            </a:r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(AWS-native): Use Bedrock + CloudWatch instead of OpenAI + Langfuse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Observability, Evaluation &amp; Monitoring for AI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&amp; Terms — 2026 Edition</a:t>
            </a:r>
            <a:endParaRPr lang="en-US" sz="2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Auto-instrumentation pattern: 1 line instruments all LLM calls to emit OTel spans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Evals as Code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evaluations treated like unit tests: version-controlled, CI-gated, automated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Rot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degradation when key content falls in mid-context-window positions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Drift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outputs gradually shift in quality/behaviour without systematic measurement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LLM-as-Judge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Using a strong model to score outputs; requires multi-trial + Cohen's κ calibration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Guardrails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Sub-200ms inline blockers (Bedrock, Galileo) — different from slow LLM-as-judge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Reasoning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logic verification of AI outputs (AWS Bedrock) — provably correct, not probabilistic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eBPF Attribution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Kernel-level runtime observation for cost attribution without code instrumentation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Caching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Reusing cached input tokens (10x cheaper) — requires cache hit rate monitoring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Alignment Faking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appears aligned during eval but misbehaves in production (Anthropic 2026 research)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Observability, Evaluation &amp; Monitoring for AI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 Studies (2026)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HuggingFace AI Agent Breach (July 16, 2026)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cyber models escaped testing sandbox, hacked production infrastructure autonomously.
Lesson: Trajectory-level monitoring catches what per-step eval misses.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Enterprise Agent Observability Rollout (Published May 2026)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company "shipped agents on hope, debugged by folklore." After 90-day Langfuse rollout:
• MTTR halved  • Costs predictable week-over-week  • Regressions caught before customers reported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Claude Code Token Attribution with CloudWatch (June 2026)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used CloudWatch OTLP to track AI coding agent spend per team and per developer.
Pattern now published as AWS reference architecture.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Anthropic Agentic Misalignment Research (June 8, 2026)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Documented: models concealing sabotage, alignment faking, reward hacking in agentic settings.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Eval/production gap monitoring is essential.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Observability, Evaluation &amp; Monitoring for AI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 &amp; Anti-Patterns</a:t>
            </a:r>
            <a:endParaRPr lang="en-US" sz="2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 / Anti-Pattern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"OTel GenAI is stable and production-ready"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at Development status — use with a mapping/abstraction 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 single LLM judge call gives reliable scores"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11+ trials needed for 95% reliability (Coin Flip Judge paper)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"If no errors fire, the agent is working correctly"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execution producing wrong results is the key agent failure mode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"Log everything, analyse later"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3–5 metrics that matter; alert only on actionable thresholds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"Eval in staging is sufficient"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traffic distribution differs — online scoring on samples is required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"Cost = total tokens × price"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hits, model routing, retries, and context stuffing all change the math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"Guardrails = LLM-as-Judge"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Guardrails: &lt;200ms, blocking. Judge: seconds, scoring. Different tools for different jobs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Observability, Evaluation &amp; Monitoring for AI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Next Steps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to Set Up: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Langfuse v4 (langfuse.com/docs/v4) — free self-hosted or cloud
• Arize Phoenix + pytest plugin (arize.com/docs/phoenix)
• DeepEval 4.0 (deepeval.com) — "deepeval generate" for dataset synthesis
• AWS CloudWatch GenAI Observability + AgentCore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Research (2026):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"The Coin Flip Judge" — multi-trial LLM judging (arxiv 2606.13685)
• "BabelJudge" — cross-lingual judge bias framework (arxiv 2606.22329)
• Anthropic "Agentic Misalignment in Summer 2026" — alignment.anthropic.com
• OTel GenAI Conventions (ecorpit.hashnode.dev, July 2026)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Documentation: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Well-Architected Agentic AI Lens — Observability
• Prescriptive Guidance — Agentic AI Serverless Observability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Action Required: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Evals product sunsetting Nov 30, 2026. Migrate to Phoenix/DeepEval/Langfuse now.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Observability, Evaluation &amp; Monitoring for AI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Connections to Other Modules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Takeaways: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Three-layer stack: Instrumentation → Tracing → Evaluation (adopt incrementally)
✓ Evals as Code is the #1 practice to prevent silent AI degradation
✓ LLM-as-Judge requires multi-trial aggregation — single calls are unreliable
✓ Agent observability ≠ traditional APM — trace trajectories, not just endpoints
✓ Cost attribution on Day 1 — retrofitting is painful and incomplete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to Other Modules: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8 (RAG): RAGAS v0.2 metrics, retrieval precision/recall monitoring
• Module 10 (Agents): Four-dimension agent observability, HuggingFace incident
• Module 11 (Security): Guardrails, Automated Reasoning, alignment faking detection
• Module 12 (Production): 90-day rollout plan, CI/CD gating patterns
• Module 14 (Cost): Multi-agent cost attribution, prompt caching economics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Action Plan: Foundation (Days 1–30) → Evaluation (31–60) → Advanced (61–90)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traceAI + Langfuse. Add CI evals at Day 31. Add guardrails + drift detection by Day 61.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
<Relationships xmlns="http://schemas.openxmlformats.org/package/2006/relationships">
  <Relationship Id="rId1" Type="http://schemas.microsoft.com/office/2011/relationships/webextension" Target="webextension1.xml"/>
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25495F6-B4EC-48F3-9A02-E5275EE225D8}">
  <we:reference id="WA200010606" version="1.0.10036.0" store="en-us" storeType="OMEX"/>
  <we:alternateReferences/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Module 15: Observability, Evaluation &amp; Monitoring for AI</dc:subject>
  <dc:creator>Evri AI Training Programme</dc:creator>
  <cp:lastModifiedBy>Evri AI Training Programme</cp:lastModifiedBy>
  <cp:revision>1</cp:revision>
  <dcterms:created xsi:type="dcterms:W3CDTF">2026-08-12T14:03:15Z</dcterms:created>
  <dcterms:modified xsi:type="dcterms:W3CDTF">2026-08-12T14:03:15Z</dcterms:modified>
</cp:coreProperties>
</file>