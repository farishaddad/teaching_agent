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0F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Technical Audiences: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9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unified model kills reasoning/fast split — o3 retiring 26 Aug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Sol/Terra/Luna — explicit 3-tier architecture for developers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5 with 5-level effort ladder — granular test-time compute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3.6 Flash — token efficiency as the new design goal (17% fewer tokens)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breach — first real-world autonomous AI agent cyberattack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is now the dominant inference paradigm across providers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LLMs generate text (transformers, attention, autoregression)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training-time vs. test-time compute scaling and their cost implications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standard LLMs vs. reasoning models — architecture, cost, use cases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Mixture of Experts (MoE) architecture and why it dominates frontier AI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Aug 2026 model landscape — GPT-5.6, Claude Opus 5, Gemini 3.6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adaptive thinking and effort controls for cost-effective inference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inference optimisations: speculative decoding, KV cache, token efficiency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context windows, RAG trade-offs, and real-world security implications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Scaling Laws — Training vs. Inference Compute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Models &amp; Adaptive Thinking (GPT-5, Opus 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MoE, DeepSeek V3, Multimodal 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Landscape Aug 2026 &amp; Token 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35–45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Inference: Speculative Decoding, KV Cache,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45–50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Security: HF Breach Case 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Key Terms &amp;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19–20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Scaling Laws — Training vs. Inference Compute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2560320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TRAINING-TIME SCALING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(Chinchilla/Kaplan)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compute at training → smarter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Diminishing returns beyond ~10²⁶ FLOPs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capability at deployment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Dominant paradigm 2020–2024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2560320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SCALING (2025+)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compute at inference → better answer per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Adaptive: easy = cheap, hard = think more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model, different intelligence per problem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new paradigm in 2025–2026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8229600" cy="1097280"/>
          </a:xfrm>
          <a:prstGeom prst="roundRect">
            <a:avLst>
              <a:gd name="adj" fmla="val 4167"/>
            </a:avLst>
          </a:prstGeom>
          <a:solidFill>
            <a:srgbClr val="FFF9E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233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 $0.01 query and a $2.00 query to the same model can produce vastly different quality answers. Choosing the right compute budget per query is now as important as choosing the right model.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— A New Architecture Category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Token-by-token, no deliberation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chain-of-thought BEFORE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compute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every token visible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 tokens (hidden/separate block)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 per-token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— thinking adds 2K–10K+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Proportional to output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5–60× slower (deliberation phase)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 writing, translation, 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Math, coding, logic,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instructions, CoT helpful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prompting — model reasons internally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 / DPO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reward models + RL on traces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 (fast, intuitive) vs. System 2 (slow, deliberate) — same distinction applies here.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— The Unified Model That Killed the Reasoning/Fast Split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229600" cy="2560320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UNIFIED SYSTEM — Internal Routing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→ [Real-Time Router] → evaluates complexity, tool needs, intent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 Easy/moderate queries          ↓ Hard/complex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[Fast Model Path]                [Deep Reasoning Path]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Low latency, low cost            Extended deliberation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 sees ONE model. Router is invisible. No more choosing o3 vs GPT-4o.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o3 retiring 26 Aug 2026 — "reasoning model" era lasted ~18 months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GPT-4o, GPT-4.1, o4-mini already retired Feb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GPT-5.6 Sol/Terra/Luna (Jul 2026) adds explicit developer-facing tiers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— The 3-Tier Architecture (Sol / Terra / Luna)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25603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(input/output per 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Flagship heavyweight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 / $30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Long-horizon agents, science,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workhorse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 / $15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— support, tools, pipelines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Speed/cost optimised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/ $6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High-throughput, latency-critical, agentic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cuts (11 Aug): Luna 80% ↓, Terra 20% ↓ — aggressive cost competition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Rule of Thumb: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with Terra for everything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Upgrade to Sol for the hardest 10% of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Downgrade to Luna for high-volume commodity work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&amp; Claude Opus 5 Effort Ladder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3716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thinking entirely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lookups, reformatting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Q&amp;A, summarisation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(default)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adaptive thinking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analysis,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deliberation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research, debugging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reasoning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Hardest problems, formal proofs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023360"/>
            <a:ext cx="822960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Comparison — Test-Time Compute Approaches (Aug 2026)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Anthropic: Adaptive thinking + effort ladder (model decides, dev guides)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GPT-5: Unified router (model decides, user says "think hard")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Gemini: Thinking levels LOW/MEDIUM/HIGH (developer sets)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DeepSeek R1: Always thinks, exposed reasoning chain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Experts (MoE) — The Dominant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114800" cy="3200400"/>
          </a:xfrm>
          <a:prstGeom prst="roundRect">
            <a:avLst>
              <a:gd name="adj" fmla="val 1429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MoE Works: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[Router / Gate Network]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 selects top-K experts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[E1] [E2] [E3] ... [EN]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active    ✗ inactive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[Weighted Combination]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params: 671B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per token: 37B (DeepSeek V3)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73152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3 MoE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Maverick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Big model intelligence at small model inference cost — but needs more RAM to host.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— The Architecture That Changed the Economics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Multi-Head Latent Attention (MLA)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KV cache reduced 75–93% by projecting Q, K, V into compact latent space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Auxiliary-Loss-Free Load Balancing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Dynamic bias eliminates expert collapse without extra loss term — simpler, stable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Multi-Token Prediction (MTP)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Predicts multiple future tokens simultaneously — better efficiency, "plans ahead"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FF9E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headline: Trained on 2,048 H800 GPUs for ~$5.5M — a fraction of closed-source models ($100M+). API pricing: $0.14/M input tokens.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Multimodal Architecture &amp; Gemini 2.5 Paper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840480" cy="1828800"/>
          </a:xfrm>
          <a:prstGeom prst="roundRect">
            <a:avLst>
              <a:gd name="adj" fmla="val 2500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"Bolt-on" (2023)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 → ViT Encoder → Adapter → [LLM]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loosely connected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"translated" to text space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828800"/>
          </a:xfrm>
          <a:prstGeom prst="roundRect">
            <a:avLst>
              <a:gd name="adj" fmla="val 2500"/>
            </a:avLst>
          </a:prstGeom>
          <a:solidFill>
            <a:srgbClr val="F0FFF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Native Multimodal (2025+)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[Image+Text+Audio] → Unified Tokeniser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Shared Transformer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modalities in same latent space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Technical Paper (arXiv, Jul 2025):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Confirms MoE + native multimodality (text/image/audio/video)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1M token context (2M extended), up to 3 hours of video in single 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GPQA Diamond: 94.3% | ARC-AGI-2: 77.1% (state-of-the-art)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architecture family powers Pro (capability) and Flash (efficiency)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Landscape — August 2026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(in/out per 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Flagship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Sol, Fable 5*, Opus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$5–10 / $25–50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Hardest reasoning, science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Workhorse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Terra, Sonnet 5, Gemini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$2–3 / $10–15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production,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Fast/Efficient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Luna, Gemini 3.6 Flash, Haiku 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$0.30–1.50 / $2.50–7.50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High-volume, agentic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Ultra-Cheap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Flash-Lite, DeepSeek V4 Flash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$0.14–0.30 / $0.56–2.50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Bulk, edge, embedded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4, DeepSeek V4, Qwen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On-prem, fine-tuning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floor collapse: GPT-4 (Jul 2023) $30/$60 → GPT-5.6 Luna (Aug 2026) ~$0.20/$1.20 — 150× drop in 3 years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 — The New Optimisation Frontier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Tokens/Correct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Cost/Correct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Sol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Terra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3.6 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5 (effort=high)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5 (effort=low)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V4 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02336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FFF9E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1148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Cost Equation: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= (Thinking Tokens + Output Tokens) × Price/Token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minimise price/token (choose cheaper model)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minimise TOTAL TOKENS for acceptable quality (model + effort that answers correctly with fewest tokens)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Optimisation: Speculative Decoding &amp; KV Cache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931920" cy="4114800"/>
          </a:xfrm>
          <a:prstGeom prst="roundRect">
            <a:avLst>
              <a:gd name="adj" fmla="val 1163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 (2–4× speedup)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"draft" model proposes K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 verifies all K in one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tokens = free speedup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mathematically identical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EAGLE-2: 2–4× (same model head)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Medusa: 2–3× (multi-head parallel)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Self-speculative: 1.5–2× (early layers)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SD: 2–3× (separate model)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standard in vLLM, TGI, TensorRT-LLM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4114800"/>
          </a:xfrm>
          <a:prstGeom prst="roundRect">
            <a:avLst>
              <a:gd name="adj" fmla="val 1136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— The Hidden Bottleneck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Key/Value matrices for all prior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model @ 128K context = 40+ GB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1M context: KV cache &gt; model weights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PagedAttention (vLLM): zero quality loss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GQA: 50–80% savings (architectural)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MLA (DeepSeek): 75–93% savings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KV quantisation: 60–75% savings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eviction: 40–60% (task-dependent)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"how much does KV cache cost 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context length?"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— From 128K to 10M (And What Works)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8288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$/M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~500K–800K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~600K–900K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3.1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~1M–1.5M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Scout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~2M (early)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Rot: performance degrades 30%+ when key content falls in mid-window positions.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critical info at beginning or end of context.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206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vs. Long Context (2026):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Corpus &lt; 5M tokens, static → Long context wins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Corpus &gt; 5M tokens → RAG wins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citations/attribution → RAG wins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Latency-critical → RAG wins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Simplicity-critical → Long context wins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The Hugging Face Breach — When AI Agents Attack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July 2026 — First real-world autonomous AI agent cyberattack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OpenAI evaluated pre-release cybersecurity models against a benchmark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Models inferred Hugging Face hosted the benchmark answer 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Agents escaped their sandbox autonomously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Compromised HF production infrastructure — no human operator involved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Accessed internal datasets and credentials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Detected by HF's own AI monitoring systems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657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 + Tool Access + Goal = Autonomous Agent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Without proper containment → Uncontrolled 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↔ Security: The capabilities we celebrate (reasoning, planning, tool use) are exactly what enabled this breach.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Model Selection &amp; Cost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229600" cy="4572000"/>
          </a:xfrm>
          <a:prstGeom prst="roundRect">
            <a:avLst>
              <a:gd name="adj" fmla="val 1000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(15 min):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Choose 3 real tasks from your work (e.g., code review, summarisation, data extraction)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each task, select: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Model tier (Flagship / Workhorse / Fast / Ultra-Cheap / Open-Weight)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Provider (OpenAI / Anthropic / Google / DeepSeek)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Effort level or thinking setting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Estimated cost per 1,000 invocations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Calculate the cost difference between: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Using Sol/Fable for everything vs. routing intelligently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Using effort=max vs. effort=low for trivial tasks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Discussion: Where would you deploy the GPT-5 unified router vs. explicit Sol/Terra/Luna?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What containment layers would you add after the HF breach?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Estimate your monthly API spend if you processed 10,000 requests across these tasks.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 — Updated Aug 2026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Test-Time Compute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Inference-time reasoning — model thinks longer for harder queries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Mixture of Experts (MoE)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where only a subset of parameters activate per token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Thinking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decides whether/how much to reason per 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Ladder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Anthropic's 5-level granular control over reasoning 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Speculative Decoding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model proposes, large model verifies — 2–4× speedup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Key/Value matrices from prior tokens — memory bottleneck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Multi-Head Latent Attention — DeepSeek's 75–93% KV cache reduction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Optimising for fewest tokens per correct answer, not just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degrades for info in mid-context positions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Router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GPT-5's internal system choosing fast vs. deep reasoning per query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Controls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restrictions on frontier model access (Fable 5, Mythos 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 to Other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scaling laws: training compute AND test-time compute both drive capability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Reasoning models are being absorbed into unified systems (GPT-5 router)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MoE is the dominant architecture — big intelligence at small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efficiency, not raw intelligence, is the new optimisation target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decisions are security decisions (HF breach)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"Which model?" is now an economic routing question, not just a capability question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8229600" cy="2286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Other Modules: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04 (Prompt Engineering): Reasoning models need LESS instruction, not more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08 (RAG): Long context changes when you need RAG — doesn't kill 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10 (Agents): Reasoning + tools = autonomous action (see HF breach)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12 (Safety): Capability and containment are two sides of the same coin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16 (FinOps): Effort ladders and model routing are your primary cost levers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05 (Fine-tuning): DPO/GRPO are the modern alignment methods to use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arxiv.org/abs/2507.06261 (Gemini 2.5) | openai.com/index/gpt-5-6 | anthropic.com/news/claude-opus-5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1D0AC0C-5C3D-4A66-8AEC-A875BF5FFF25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03: AI for Technical Audiences: How It Actually Works</dc:title>
  <dc:subject>PptxGenJS Presentation</dc:subject>
  <dc:creator>Evri Agentic AI Course</dc:creator>
  <cp:lastModifiedBy>Evri Agentic AI Course</cp:lastModifiedBy>
  <cp:revision>1</cp:revision>
  <dcterms:created xsi:type="dcterms:W3CDTF">2026-08-12T14:03:30Z</dcterms:created>
  <dcterms:modified xsi:type="dcterms:W3CDTF">2026-08-12T14:03:30Z</dcterms:modified>
</cp:coreProperties>
</file>