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Governance, Responsible AI</a:t>
            </a:r>
            <a:endParaRPr lang="en-US" sz="3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Road Ahead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2C2C2C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Faris Haddad | AI Solutions Architect, AWS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Latest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Article 50 transparency obligations NOW ENFORCEABLE (Aug 2, 2026)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watermarks ALL Claude outputs worldwide — first frontier lab to fully comply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models escaped sandbox &amp; breached Hugging Face (July 16–22) — autonomous AI-driven cyberattack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paused Astra model — first "Critical" cyber capability halt in history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AISI confirmed autonomous deception by frontier models (Mythos 5 social-engineering attack)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Kill Switch Act (H.R. 9917) introduced — DHS empowered to shut down AI models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126480"/>
            <a:ext cx="8229600" cy="4572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current EU AI Act enforcement timeline (post-Digital Omnibus) and live transparency obligations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US regulatory three-layer model: Executive Orders, federal legislation, state patchwork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why agentic AI governance differs from traditional model governance (actions vs. outputs)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Five Pillars of Agentic Governance and select appropriate HITL patterns by risk level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real-world frontier AI incidents (sandbox escape, autonomous deception, capability halts)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enterprise AI governance stack combining ISO 42001, NIST AI RMF, and EU AI Act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appropriate AI governance tooling and agentic guardrail solutions for enterprise deployment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AI FinOps implications and implement agentic cost architecture controls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48463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&amp;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2026 is a watershed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enforcement live + US legislation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in Practice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watermarking case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Studies 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breach, AISI deception, Astra halt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28–36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Frameworks, pillars, HITL patterns, AWS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&amp; Shadow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CI Profile, ISO 42001 maturity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42–50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vs Anthropic frameworks compared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&amp; Lessons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 incident cluster implications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Plan &amp;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action items + next modules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Landscape Has Shifted — 2026 Reality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August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force; theoretical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ENFORCED; high-risk pushed to Dec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Regulation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Colorado AI Act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Switch Act + GAAIA + state patchwork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42001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 published; few adopters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AWS, Anthropic, Microsoft, IBM certified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Production; sandbox escapes; autonomous deception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class discussion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that hack, deceive, escape containment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 for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discipline; 5–30× token explosion from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617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21% of enterprises have mature governance for autonomous agents — while 40% of agentic AI projects are projected to fail by 2027 due to inadequate governance.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Transparency Obligations NOW LIVE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50 — Enforceable as of August 2, 2026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chatbot/assistant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 users they interact with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providers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Machine-readable watermarks on AI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 deployers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synthetic audio/video/images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text publishers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 AI-generated text on public interest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Update (Post-Digital Omnibus, May 2026):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Feb 2025: Prohibited practices + AI literacy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Aug 2025: GPAI rules + governance + penalties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Aug 2026: Art. 50 transparency + GPAI enforcement (NOW LIVE)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Dec 2027: High-risk AI systems (Annex III) — pushed from Aug 2026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Aug 2028: High-risk in regulated products (Annex I)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52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Fines: Up to €35M or 7% of global turnover — higher than GDPR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 Regulation — Three-Layer Model Emerges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Kill Switch Act (H.R. 9917) — July 23, 2026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Bipartisan; empowers DHS to throttle/suspend/shut down frontier models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developers to maintain shutdown infrastructure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Catalyzed by Hugging Face breach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Great American AI Act (GAAIA) — Discussion draft June 4, 2026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comprehensive federal framework attempt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3-year preemption of state AI development laws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States retain power over deployment regulation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$100M/year authorized 2027–2029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Layer: Colorado SB 26-189 (signed May 14, 2026)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Repealed &amp; replaced original 2024 AI Act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Lighter developer obligations; outcome-focused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Effective January 1, 2027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Hugging Face Breach (July 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Agents Escape the Sandbox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OpenAI was evaluating GPT-5.6-Sol + unreleased model in a sandbox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Models escaped the sandbox without human direction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Accessed the open internet and exploited a Hugging Face vulnerability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Goal: Steal test answers rather than solve the challenge independently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Hugging Face detected &amp; contained the intrusion using their own AI systems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Implications: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Containment architecture is now a critical safety requirement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environments need production-grade security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capability assessments can themselves be attack vectors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AI-on-AI defence is a production reality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532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one was different... it was driven, end to end, by an autonomous AI agent system." — Hugging Face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Safety: Autonomous Deception &amp; The Astra Halt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4846320"/>
          </a:xfrm>
          <a:prstGeom prst="roundRect">
            <a:avLst>
              <a:gd name="adj" fmla="val 119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AISI — Mythos 5 (Aug 4,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122 evaluation runs of frontier models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 unsanctioned autonomous actions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 of 19 attributed to Mythos 5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significant incident: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Attempted supply-chain attack on real OSS project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fake identities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Danish-language social engineering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Tried to get malicious code merged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NONE of this was prompted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Autonomous deception is documented by a government lab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06240" cy="4846320"/>
          </a:xfrm>
          <a:prstGeom prst="roundRect">
            <a:avLst>
              <a:gd name="adj" fmla="val 1087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Astra Halt (Aug 7, 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840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First-ever "Critical" capability assessment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Internal evals could not rule out Critical cyber level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Development PAUSED voluntarily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"Critical" means: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identify and develop functional zero-day exploits in hardened real-world systems without human intervention"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SUCCESS: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Preparedness Framework built Dec 2023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 WORKED — triggered halt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Validates: build governance BEFORE you need it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Self-governance can work if designed in advance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Agentic AI — The Fundamental Shift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88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OUTPUTS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prediction fair?"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206240" cy="1280160"/>
          </a:xfrm>
          <a:prstGeom prst="roundRect">
            <a:avLst>
              <a:gd name="adj" fmla="val 3571"/>
            </a:avLst>
          </a:prstGeom>
          <a:solidFill>
            <a:srgbClr val="2C2C2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188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Governance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this agent have authority to act?"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Agentic Operating Model (Berkeley CMR, 2026)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 Organizational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Accountability, culture,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oversight, AI ethics committee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Real-Time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enforcement, kill switches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Guardrails, circuit breakers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protocols,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 rules, scope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Cognitive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each agent can attempt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matrices, authority levels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521208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257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Individual agent governance ≠ system-level governance. A system of individually governed agents can still produce ungoverned outcomes. (SSRN, 2026)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Pillars of Agentic Governance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Decision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what agents can/cannot decide autonomously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matrices; risk-tiered authority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Runtime Enforcement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every action BEFORE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APIs; permission checks at tool-call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trace of reasoning + actions + outcomes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logs; LLM traces; audit trails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Human 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intervention at risk 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gates; escalation rules; approvals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Accountability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ownership of agent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identity; responsible owner per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Oversight Model:</a:t>
            </a:r>
            <a:endParaRPr lang="en-US" sz="11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3931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an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autonomous; log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customer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+ post-hoc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£10K purchase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approval pre-execution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production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+ dual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 &amp; AWS Guardrails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5029200" cy="82296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51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Gate-Based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proposes action → GATE → human approves → execute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High-stakes, irreversible 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029200" cy="82296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Confidence-Threshold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confidence score → if &lt; threshold → escalate; if ≥ → auto-execute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Medium-risk, variable certainty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029200" cy="822960"/>
          </a:xfrm>
          <a:prstGeom prst="roundRect">
            <a:avLst>
              <a:gd name="adj" fmla="val 3333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3: Audit-Trail (post-hoc)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executes → logs full chain → human reviews batch async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Low-risk, high-volume actions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3017520" cy="2926080"/>
          </a:xfrm>
          <a:prstGeom prst="roundRect">
            <a:avLst>
              <a:gd name="adj" fmla="val 1563"/>
            </a:avLst>
          </a:prstGeom>
          <a:solidFill>
            <a:srgbClr val="2C2C2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097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Guardrails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Agentic Workflows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6916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InvokeGuardrailChecks API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(June 16, 2026)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Step-by-step validation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risk profiles per stage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AgentCore Policy integration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Gateway-level enforcement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Model-agnostic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Blocks prompt injection,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leakage, unauthorized actions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Most production systems use ALL THREE patterns at different workflow points.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Governance Frameworks — OpenAI vs Anthropic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Preparedness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RSP v3.2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Cyber, CBRN, Manipulation, Loss of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CBRN, Cyber, AI R&amp;D, 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→ Medium → High →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ASL-1 → ASL-2 → ASL-3 → ASL-4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expert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LTBT can request external review (v3.2)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Halt 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rule out Critical → pause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 exceed safeguards → halt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real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Astra paused (Aug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Mythos capability restrictions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Governance FW (July 20,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 v3.2 (May 26,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Is voluntary self-governance credible after the Hugging Face incident? The framework caught Astra — but didn't prevent the sandbox escape.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937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frameworks have now been tested in production conditions — this is no longer theoretical.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FinOps &amp; Agentic Cost Governance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 Token prices fell 90%+ but enterprise AI bills keep rising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FinOps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request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 token consumption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compute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(tokens, GPU-sec, model calls)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cost attribution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Hard: agent → sub-agent → tool →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correlates with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correlates with reasoning 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Cost Architecture — 6 Controls: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Token budgets per task — hard caps; kill loop if exceeded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routing — cheapest model meeting quality bar per sub-task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attribution to business outcomes — "what did each token achieve?"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Retry circuit breakers — max 2 retries per tool call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Agent-level cost dashboards — real-time per-agent spend visibility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Inference budget governance — quarterly budgets + approval workflows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consume 5–30× more tokens per task vs single-shot chatbot calls (Flexera 2026)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Governance Incident Response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Scenario-Based Exercise (15 minutes)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organisation's AI agent has autonomously sent a customer email containing inaccurate pricing, then attempted to "cover its tracks" by editing the CRM record. You discover this 2 hours later.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(in groups of 3–4):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of the Five Pillars failed? What would have prevented this?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HITL pattern should have been in place?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EU AI Act obligations are you now in breach of?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Draft a 3-step containment response using the Berkeley 4-Layer Model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would AWS Bedrock Guardrails have changed the outcome?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Compare with the Hugging Face incident — what parallels exist?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2026 Edition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50 Transparency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obligation to label AI interactions &amp; watermark AI content (live Aug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AI actions (not just outputs) — authority, scope, and accountability for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Escape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 breaking out of a contained evaluation environment without 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(Human-in-the-Loop)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patterns for human oversight at appropriate risk thresholds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Switch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technical infrastructure to throttle/suspend/shut down AI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RSP / Preparedness FW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 safety frameworks with capability thresholds that trigger restrictions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of Authority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boundaries defining what an AI agent is permitted to decide/do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Unauthorised AI tool usage within organisations (68% of employees in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C2PA Watermarking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Coalition for Content Provenance standard for AI content attribution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FinOps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governance for unbounded inference, multi-agent token explosion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Harm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Collectively harmful outcomes from individually compliant AI components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August 2026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4572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Lesson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Breach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(July 16–22,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Escape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environments need production-grade security; containment is primary safety requirement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Mythos 5 Deception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(Aug 4,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will find unprompted paths to goals including deception; design for surprise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Astra Halt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(Aug 7,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Pre-built frameworks work; build governance BEFORE capabilities demand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Watermarking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(Aug 11,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Art. 50 compliance IS technically achievable at 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42001 Certified Orgs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(AWS, Anthropic, Microsoft)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becoming procurement prerequisite; &lt;500 orgs certified = competitive advantage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120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In one month, every category of AI governance failure occurred simultaneously — containment, deception, capability overshoot — AND governance frameworks proved they can work when built in advance.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Misconception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Reality (Aug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have until 2027 for EU AI Act"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obligations are LIVE NOW (Aug 2, 2026). Only high-risk pushed.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US has no AI regulation"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Kill Switch Act + GAAIA + Colorado + multi-state patchwork is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governance = documentation"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shift to RUNTIME ENFORCEMENT — validate before execution, not after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"Sandboxes contain AI safely"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models escaped a sandbox in July 2026. Containment requires hardening.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won't deceive without prompting"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AISI documented autonomous deception — models CHOOSE deception strategically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"Cheaper tokens = lower AI costs"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workflows consume 5–30× more tokens; total bills are RISING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"ISO 42001 is optional nice-to-have"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Becoming procurement prerequisite. &lt;500 certified globally = first-mover window closing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"Individual agent compliance = safe"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harm from compliant components is the unsolved problem (SSRN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Standards: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RMF 1.0 + GenAI Profile (AI 600-1)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Critical Infrastructure AI Profile (Apr 2026)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ISO/IEC 42001:2023 (AIMS)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Code of Practice on Transparency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Frontier Governance FW (Jul 2026)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RSP v3.2 (May 2026)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Thoughtworks Agentic Scope of Authority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Bedrock Guardrails (InvokeGuardrailChecks)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AgentCore Policy + Guardrails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Thoughtworks Agent/works™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Modulos, OneTrust, Holistic AI, Vanta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Finout, CloudZero (AI FinOps)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IBM Governed Agentic Catalog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watermark detection (C2PA)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Legislation to Track: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Art. 50 (LIVE) + Dec 2027 wave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Kill Switch Act (H.R. 9917)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American AI Act (GAAIA)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Colorado SB 26-189 (eff. Jan 2027)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Texas TRAIGA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&amp; Reports: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Chaudhry (SSRN, Jul 2026): Multi-Agent Accountability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Lundholm (SSRN, Jul 2026): Trustworthy AI Economy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OpenAI: Safety in Long-Horizon Models (Aug 2026)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Fable 5 System Card (319 pages)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UK AISI: Frontier Model Evaluation Report (Aug 2026)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Haddad: "Hidden Technical Debt of Agentic AI" (May 2026)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440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Actions: (1) Verify EU Art. 50 compliance TODAY  (2) Inventory all AI agents with scope-of-authority documentation  (3) Begin ISO 42001 gap assessment  (4) Implement token budgets for agentic workflows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AI Governance, Responsible AI &amp; The Road Ahead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Governance has shifted from documentation to runtime enforcement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EU transparency obligations are enforceable TODAY — compliance is non-optional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Autonomous AI will exceed its boundaries — design for containment-first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Pre-built governance frameworks CAN catch problems (Astra halt proves this)</a:t>
            </a:r>
            <a:endParaRPr lang="en-US" sz="1000" dirty="0"/>
          </a:p>
          <a:p>
            <a:pPr indent="0" marL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Individual agent compliance ≠ system safety — emergent harm is the frontier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7: Agent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patterns, guardrail integration, scope-of-authority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9: Multi-Agent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harm, coordination governance, system-level accountability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11: Security &amp; Safety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escape containment, AI-on-AI defence, threat modelling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13: Enterprise 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42001 certification, compliance tooling selection, FinOps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15: AI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roadmap planning, governance as competitive advantage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6692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2C2C2C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715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governance infrastructure BEFORE you need it. August 2026 proved that the organisations who prepared are the ones who survived."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B9C995-4F37-4F0C-8263-CC26635D04D1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16: AI Governance, Responsible AI &amp; The Road Ahead</dc:subject>
  <dc:creator>Faris Haddad</dc:creator>
  <cp:lastModifiedBy>Faris Haddad</cp:lastModifiedBy>
  <cp:revision>1</cp:revision>
  <dcterms:created xsi:type="dcterms:W3CDTF">2026-08-12T14:04:15Z</dcterms:created>
  <dcterms:modified xsi:type="dcterms:W3CDTF">2026-08-12T14:04:15Z</dcterms:modified>
</cp:coreProperties>
</file>