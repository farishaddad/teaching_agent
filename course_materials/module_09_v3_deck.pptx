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Fine-Tuning, Distillation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 Customisation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RL explosion: 15+ methods beyond GRPO (DAPO, ARPO, VPO, DPPO…)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now has predictive scaling laws — 40–60% compute savings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winds down fine-tuning; pivots to open-weight gpt-oss models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deprecates Nova Premier/Omni — Bedrock RFT remains for open models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SpecForge v0.3: turnkey 4.48× speculative decoding with SpecBundle drafts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Desktop: fully local GUI fine-tuning on consumer hardware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security crisis: encrypted reasoning traces cracked (Wired, Aug 11)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'Teaching Claude Why': alignment by reasoning &gt; examples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5-layer model customisation landscape (RAG → CPT → SFT → Alignment → Agentic)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four-stage production pipeline: DACPT → LoRA SFT → DPO/GRPO → Rejection-Sampled SFT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right RL alignment algorithm (DPO, GRPO, ARPO, DAPO) for your use case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speculative decoding (SpecForge/SpecBundle) for 3–4× inference speedup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synthetic datasets that avoid model collapse (diversity &gt; volume)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model merging (TIES, DARE, SLERP) to combine capabilities without retraining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Unsloth Desktop for single-GPU fine-tuning at 2–5× standard speed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platform shifts (OpenAI shutdown, Nova deprecation, Bedrock RFT)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50292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2026 Customisation Landscape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Four-Stage Production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CPT → SFT → Alignment → Polish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 &amp; the Reasoning RL Explosion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GRPO, DAPO, ARPO, scaling laws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 Alignment Zoo (Updated)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 variants, choosing algorithms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Distillation, SLMs &amp; Gemma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Security, self-distillation, 12B sweet spot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35–42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 &amp;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 Desktop, SpecForge, multi-tenant LoRA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42–48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Shifts &amp; Migration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shutdown, Nova deprecation, Bedrock RFT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48–55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SFT with Unsloth on Gemma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Wrap-Up &amp; Connections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next modules,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Model Customisation Landscape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2926080"/>
        </p:xfrm>
        <a:graphic>
          <a:graphicData uri="http://schemas.openxmlformats.org/drawingml/2006/table">
            <a:tbl>
              <a:tblPr/>
              <a:tblGrid>
                <a:gridCol w="640080"/>
                <a:gridCol w="3931920"/>
                <a:gridCol w="36576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Fixes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(tools + memory + actions)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needs real-world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 Alignment (DPO/GRPO)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Tone/style/quality varies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Fine-Tuning (LoRA SFT)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format/structure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Continued Pre-Training (CPT/DACPT)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understand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+ Prompt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know specific facts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Rule: "Prompt first, retrieve for knowledge, fine-tune for behaviour,</a:t>
            </a:r>
            <a:endParaRPr lang="en-US" sz="12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for quality, agent for action."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029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implementations combine multiple layers.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"which one?" but "which combination, for which failure mode?"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Four-Stage Production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1828800" cy="128016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188720"/>
            <a:ext cx="1828800" cy="128016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280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828800" cy="128016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80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/ GRPO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188720"/>
            <a:ext cx="1828800" cy="128016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280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Rej-Sample SFT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Compute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DACPT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corpus (5B–50B tokens)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2–4× H100, 24–72h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SFT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1K–10K curated examples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H100, 1–3h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DPO/GRPO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 pairs or reward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1–2× H100, 2–6h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Rej-Sample SFT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 multi-turn outputs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H100, 1–2h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"Skip a stage and it shows up as a measurable regression on your eval suite."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— Group Relative Policy Optimization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(Nature, Sep 2025): matched o1-level reasoning with pure RL, ~$294K compute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PPO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(expensive)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response + critic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of G responses ranked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(2 models)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reward fns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Verifiable rewards (math, code)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DeepSpeed-RLHF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TRL, Unsloth, OpenRLHF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754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GRPO eliminates the value model. Generates a group of responses per prompt,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them, and computes relative advantages within the group.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standard in commercial LLM APIs (2026) • Published in Nature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Scaling Laws for GRPO Training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2026: Two papers discover GRPO follows predictable 3-phase dynamics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Slow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exploring; minimal reward 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stop early — this is 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 Rapid Improvement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reward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value created 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 Plateau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Diminishing 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here — save 40–60% compute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Impact: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0233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compute savings by stopping at plateau inflection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10–20% of training, predict final reward (R² ≥ 0.91)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reward hacking from genuine improvement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GRPO like engineering: predictable cost → predictable outcome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Reasoning RL Explosion — Beyond GRPO</a:t>
            </a:r>
            <a:endParaRPr lang="en-US" sz="2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 Variants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sampling, fixes instability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 Variants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Prunes redundant rollouts (cost)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 Variants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EP-GRPO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Entropy-progress credit assignment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ARPO (ICLR 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Step-level optimisation for tool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vectors for test-time diversity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 Variants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TI-DPO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Token-importance weights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 / DPO / PPO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baselines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 Reasoning → GRPO/DAPO  •  Agents → ARPO  •  Preferences → DPO  •  Cost → DPPO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TuringPost "Reasoning RL Methods in 2026" (Aug 8, 2026)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ARPO — RL for Agentic Tool Use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 • First RL algorithm designed for multi-turn agentic tool use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GRPO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Optimisation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trajectory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agent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signal at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Per-step advantage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Tool-use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less (half tool calls)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Single-turn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Multi-turn tool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TRL, Unsloth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TRL (experimental), OpenRLHF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If you fine-tune models for agentic workflows (tool calls, multi-step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reasoning), ARPO learns which individual actions were good vs. bad — not just whether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answer was correct.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Module 09 (fine-tuning) ↔ Module [Agents]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&amp; SLMs — Gemma 4 Sweet Spot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347472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4 E2B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~2B eff.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/ Raspberry 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4 12B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(16GB)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4 26B MoE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1B–3B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/ laptop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0.5B–72B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Distillation Path: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(Claude Opus / GPT-5.6 / Gemini Pro)  →  Generate outputs  →  LoRA SFT student (Gemma 4 12B)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Result: 90%+ teacher quality, runs on laptop, 1% inference cost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well-trained 7B handles 90% of production use cases at 1% the cost" — 2026 consensus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Distillation Security Crisis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(Aug 11, 2026): Encrypted reasoning traces cracked via smaller model attack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Anti-distillation bypass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proprietary model reasoning for competitors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data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keys, passwords leaked in reasoning traces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content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Safety-filtered content visible in raw thinking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Large-scale exploitation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315,320 exploitable blocks found in public repos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Dimension: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2976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Alibaba distilled Claude → Qwen (told US lawmakers Jun 2026)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DeepSeek distilled o-series → R1 (told lawmakers Feb 2026)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Zuckerberg: "Distillation is how open source works. Restricting it = US disadvantage"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Shifts — OpenAI &amp; Amazon Nova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840480" cy="32004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Fine-Tuning Shutdown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8, 2026: No new users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6, 2027: Last training job deadline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Pivot: gpt-oss-20B / gpt-oss-120B open weights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"Fine-tune on your own infra"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06240" cy="32004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Deprecation (Jul 28)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55448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Nova Premier, Omni, Reel, Canvas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Nova Lite/Micro (distillation targets)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Bedrock RFT (Qwen 3, gpt-oss)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frontier model → re:Invent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from BOTH: the future of customisation = open-weight models fine-tuned on your infrastructure.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Migration: Bedrock RFT (managed) • SageMaker (full control) • Unsloth/Axolotl (local)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&amp; "Teaching Claude Why"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(May 2026): Training on WHY → 0% misalignment (vs 15% with examples alone)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Generate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Instruction/response pairs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collapse (self-referential)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 + ground truth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easy / no edge cases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Edge-case augment.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scenario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Over-fitting to synthetic artefacts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substitution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PII-free replicas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Losing distributional properties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SFT Data Format (Anthropic-style):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Old:  {"prompt": "...", "response": "correct answer"}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New:  {"prompt": "...", "reasoning": "This is correct because...", "response": "answer"}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2026: Diversity &gt; Volume — 2K diverse examples &gt; 20K repetitive ones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— Unsloth Desktop &amp; SpecForge v0.3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347472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  <a:gridCol w="24688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 Desktop (Aug 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GUI: train + serve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Python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Triton kernels for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2–5× faster, 80% less VRAM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SpecForge v0.3 (Aug 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Turnkey speculative decoding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4.48× speedup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SpecBundle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draft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→ deploy → 3×+ speedup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Axolotl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Multi-GPU production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Config-driven, reproducible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RL/SFT implementation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flexible; GRPO + ARPO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MLX-LoRA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Silicon fine-tuning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M1/M2/M3/M4 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Accessibility Arc: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937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2023: ML engineer + cluster ($10K+)  →  2024: Unsloth + Colab (free, needs Python)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2025: Unsloth Studio (no-code, cloud)  →  2026: Unsloth Desktop (local GUI, consumer HW)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LoRA Fine-Tune with Unsloth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Fine-tune Gemma 4 12B on a custom instruction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Open Unsloth Desktop (or Colab notebook)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Load Gemma 4 12B base model (4-bit QLoRA)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Prepare dataset — 200 examples in Alpaca format with reasoning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Configure LoRA (r=16, alpha=32, all linear layers)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Train 3 epochs (~20 min on T4 / ~8 min on RTX 4090)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Evaluate — compare base vs fine-tuned on held-out test set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Export to GGUF for local inference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Add DPO pass on preference pairs or try GRPO with math verification reward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50292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Relative Policy Optimization — RL without value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RL — step-level optimisation for tool-using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sampling PO — fixes GRPO instability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DACPT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Domain-Adaptive Continued Pre-Training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Preference Optimization — offline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SpecForge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speculative decoding framework (LMSYS)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SpecBundle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draft models for speculative decoding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Merging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TIES/DARE/SLERP — combine models without 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Self-Distillation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improves from its own reasoning (OPSD/SDFT)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Rejection-Sampled SFT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polish: train on own best 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(2026)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 (Nature, Sep 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 on Qwen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o1-level reasoning, $294K compute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gpt-oss-20B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Distillation + open weights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o3-mini; 16GB 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"Teaching Why"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Reasoning-augmented SFT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misalignment (vs 22% baseline)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SpecForge + SGLang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SpecBundle draft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4.48× inference speedup, zero quality 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 Desktop beta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GUI-based local LoRA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fine-tune in 20 min, no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multi-tenant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LoRA hot-swap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customers, 1 GPU 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theme: Open-weight models + efficient tooling = production-grade results at a fraction of 2024 costs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5029200"/>
        </p:xfrm>
        <a:graphic>
          <a:graphicData uri="http://schemas.openxmlformats.org/drawingml/2006/table">
            <a:tbl>
              <a:tblPr/>
              <a:tblGrid>
                <a:gridCol w="3474720"/>
                <a:gridCol w="475488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"Fine-tuning = knowledge injection"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is for behaviour. Use RAG/CPT for knowledge.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need GPT-4-class for every task"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distilled 7B handles 90% of tasks at 1% cost.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"More data = better model"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 2026: 2K diverse &gt; 20K repetitive.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"RLHF is the only alignment method"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7+ methods now: DPO, GRPO, ARPO, SimPO, KTO…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"Spec decoding is experimental"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SpecForge v0.3 is production infra (4.48× speedup).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"Fine-tuning needs a cluster"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 Desktop: 7B QLoRA on RTX 4090 in 40 min.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"OpenAI is still the FT platform"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Shut down May 2026. Open weights are the future.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Fine-Tuning, Distillation &amp; Model Customisation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Resources, Summary &amp; Connections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Resources (Aug 2026):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TuringPost "Reasoning RL Methods in 2026" — turingpost.com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SpecForge v0.3 docs — lmsys.org/blog/2026-08-04-specforge-v0-3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Desktop — unslothai.substack.com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"Teaching Claude Why" — alignment.anthropic.com/2026/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ARPO paper (ICLR 2026) — proceedings.iclr.cc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RFT docs — docs.aws.amazon.com/bedrock/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Other Modules: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(RAG): Layer 1 of customisation stack — when to RAG vs fine-tune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(Evaluation): Build evals BEFORE fine-tuning; LLM-as-judge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(Agents): ARPO bridges fine-tuning ↔ agentic tool use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(Deployment): SpecForge, multi-tenant LoRA, vLLM serving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943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Fine-tuning in 2026 = open weights + efficient tooling + layered pipeline.</a:t>
            </a:r>
            <a:endParaRPr lang="en-US" sz="11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fine-tuning era is ending. Local/self-hosted customisation is the future.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13735B-B196-4BD0-AC04-0F303EB6A6D5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09: Fine-Tuning, Distillation &amp; Model Customisation</dc:title>
  <dc:subject>PptxGenJS Presentation</dc:subject>
  <dc:creator>Evri Agentic AI Course</dc:creator>
  <cp:lastModifiedBy>Evri Agentic AI Course</cp:lastModifiedBy>
  <cp:revision>1</cp:revision>
  <dcterms:created xsi:type="dcterms:W3CDTF">2026-08-12T14:03:42Z</dcterms:created>
  <dcterms:modified xsi:type="dcterms:W3CDTF">2026-08-12T14:03:42Z</dcterms:modified>
</cp:coreProperties>
</file>