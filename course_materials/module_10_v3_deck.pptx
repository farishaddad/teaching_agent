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on AWS: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Bedrock-to-SageMaker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446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Nova Strategy Reset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deprecates Premier, Omni, Reel &amp; Canvas; pivots to single frontier model (re:Invent Dec 2026)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GPT-5.6 on Bedrock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family (Luna/Terra/Sol) with 80% price cuts; Daybreak cybersecurity variants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OpenAI × Amazon $50B Partnership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Runtime Environment co-created; OpenAI Managed Agents on AWS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AgentCore Runtime Instances GA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EC2-backed compute, 14-day sessions, multi-agent per instance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Kiro Crew Open-Sourced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agent platform; cross-session memory and event-driven execution
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New Services —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Web Search GA, AWS Dogwood (agent policy), DynamoDB Vector Search, AWS Context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Map the current AWS AI stack: Bedrock, AgentCore, SageMaker AI, and developer tools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 the model landscape: Nova (and its reset), Claude 5 family, GPT-5.6, and open-weight options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agents using Strands SDK and deploy them via AgentCore (Harness or Custom Runtime)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 the right RAG approach: Managed KB, DynamoDB Vector, Customer-Managed, or AWS Context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governance layers: Guardrails (content), Dogwood (behavior), IAM (identity)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 trade-offs: model selection, cost optimization, and runtime choices (microVM vs. Instance vs. SRE)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modern dev tools: Kiro (spec-driven), Kiro Crew (persistent agents), Q Developer CLI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321040" cy="5303520"/>
          </a:xfrm>
          <a:prstGeom prst="rect">
            <a:avLst>
              <a:gd name="adj" fmla="val 862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8638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0–5 min 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Landscape: The 2025–2026 Shift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5–15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Models: Nova Reset, Claude 5 Family, GPT-5.6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AgentCore: Harness, Runtime Instances, Strands SDK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OpenAI–AWS Partnership &amp; Stateful Runtime Environment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30–37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Data: Managed KB, DynamoDB Vector, AWS Context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37–42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Guardrails + Dogwood + Bedrock Web Search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42–48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Tools: Kiro, Kiro Crew, SageMaker AI &amp; HyperPod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48–55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Build a Strands Agent on AgentCore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 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 Terms &amp; Connections to Modules 11–14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2025–2026 AWS AI Platform Shift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moved. Here's where it went.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321040" cy="5120640"/>
          </a:xfrm>
          <a:prstGeom prst="rect">
            <a:avLst>
              <a:gd name="adj" fmla="val 893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7772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Model Access + Agent Orchestration + RAG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Foundation Models (Nova, Claude, GPT-5.6, Llama, Gemma)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AgentCore (build, deploy, operate agents)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Knowledge Bases (managed RAG) + Web Search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Guardrails + Dogwood (safety &amp; governance)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SAGEMAKER AI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 Model Training + Hosting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HyperPod (distributed training) • Pipelines • Inference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Unified Studio (data + analytics + AI)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Building WITH AI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Kiro (spec-driven IDE) + Kiro Crew (persistent agents)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Strands Agents SDK (open-source agent building)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 Developer (CLI + console assistant)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SILICON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Custom Chips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Trainium3 (training) • Inferentia2 (inference)
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— Models &amp; Strategy Reset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July 28 2026: Major deprecations announced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22860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 Pro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workloads, agentic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2 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Cost-efficient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UI automation (90% reliability)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Premier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Deprecated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wound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Omni/Reel/Canvas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⛔ Deprecated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Being wound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65760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Strategy: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redirected to a single frontier model (led by Pieter Abbeel, due re:Invent Dec 2026).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build on deprecated models. Nova 2 Pro/Lite remain safe today. Bedrock's model-agnostic architecture is more important than ever — easy model switching is your insurance policy.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on Bedrock — Three-Tier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July 9, on Bedrock Aug 4–11, 2026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201168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(In/Out per 1M)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Luna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Fastest, everyday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~$0.30/$1.20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Terra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work, 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~$2.40/$9.60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reasoning, research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Daybreak Red/Blue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 offense/defense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3832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Explicit prompt caching (dev-controlled)
• State-of-the-art on coding, science &amp; cybersecurity benchmarks
• Bedrock Web Search integration — native web grounding with one JSON line
• Luna after 80% price cut rivals Nova 2 Lite on cost while offering stronger reasoning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tools=[{"type": "web_search"}] — that's the entire web search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Model Landscape (Mid-2026)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138160" cy="2011680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(In/Out)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Fable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~$10/$50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capable 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Near-frontier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$5/$25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perf at half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Workhorse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$3/$15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Agents, coding,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$0.25/$1.25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High-throughput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20040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Developments: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watermarking deployed globally (Aug 2) — invisible statistical watermarks on all models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Code auto-mode default (Aug 14) — 89% autonomous acceptance rate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Mythos 5 — most powerful, limited "Project Glasswing" access only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Guide: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 for agents (best price-perf) | Opus 5 for reasoning (value play) | Haiku 4 for cost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— The Agent Operating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loop was never the hard part. The hard part was everything around it."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246888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Provides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compute (microVMs)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via Nova 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loop (Strands)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Traces, metrics, logs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monetisation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mgmt + rate limiting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IAM + OAuth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+ Dogwood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Sandboxed 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+ versioning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Managed Harness — declare config (model, tools, prompt); AgentCore runs the loop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 Runtime — bring your own framework; AgentCore provides compute + infra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"Lambda for AI Agents" — define WHAT it does, AWS manages HOW it runs.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Instances — GA Aug 6, 2026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compute for enterprise agents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237744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MicroVMs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Instances (NEW)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microVM per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EC2 instances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8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14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agent per 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agents per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Per-invocation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 capacity (predictable)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Bursty, short-lived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Long-running, enterprise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 with MicroVMs (simpler, auto-scaling, pay-per-use)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Graduate to Runtime Instances for: predictable workloads, 14-day sessions, multi-agent collaboration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Think: Lambda vs EC2 — same agent code, different hosting model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sessions across multiple agents on same instance — enables multi-agent patterns sharing filesystem and state.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× Amazon — Stateful Runtime Environment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 partnership: co-creating the agent infrastructure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Stateful Runtime Environment (SRE)?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Co-developed by OpenAI &amp; AWS specifically for agentic workflows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Provides: compute, memory, identity, and state — the primitives agents need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maintain running state across turns (not stateless request/response)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Managed Agents now available directly on AWS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SRE Compares to AgentCore:
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8138160" cy="155448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Stateful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× AWS co-created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Bedrock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Multi-model, custom frameworks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OpenAI-native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5120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stateful agents on AWS. Choose AgentCore (model-agnostic) or SRE (OpenAI-optimized) based on your model preference.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 — Open Source Agent Building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| Python &amp; TypeScript | Powers AgentCore Harness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321040" cy="2743200"/>
          </a:xfrm>
          <a:prstGeom prst="rect">
            <a:avLst>
              <a:gd name="adj" fmla="val 1667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23444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strands.tools import tool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get_weather(city: str) -&gt; str: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"""Get current weather for a city"""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f"Weather in {city}: 22°C"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model="us.anthropic.claude-sonnet-5-v1:0",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a travel assistant.",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tools=[get_weather]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agent("What's the weather in Tokyo?")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Philosophy: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— provide model + prompt + tools. The agent loop is emergent.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locally AND in production (AgentCore) with zero code changes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Model-agnostic — switch models by changing one parameter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Built-in OpenTelemetry observability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workflows, parallel agents, multi-agent coordination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server support for tool connections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Data Layer — RAG Options on AWS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KB • DynamoDB Vector • AWS Context • Customer-Managed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138160" cy="2468880"/>
        </p:xfrm>
        <a:graphic>
          <a:graphicData uri="http://schemas.openxmlformats.org/drawingml/2006/table">
            <a:tbl>
              <a:tblPr/>
              <a:tblGrid>
                <a:gridCol w="1627632"/>
                <a:gridCol w="1627632"/>
                <a:gridCol w="1627632"/>
                <a:gridCol w="1627632"/>
                <a:gridCol w="162763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Managed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RAG, quick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App-integrated AI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 &amp;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 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hybrid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Flow: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to understand documents? →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Managed Knowledge Base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to understand relationships? →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Context (knowledge graph)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Already on DynamoDB + need AI? →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Vector Search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full control of retrieval? →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+ OpenSearch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Vector (Aug 5):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 alongside operational data — no separate vector DB, no ETL pipeline, real-time updates.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Governance — Guardrails + Dogwood + Web Search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safety, behavioral safety, and built-in grounding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138160" cy="201168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agent says/generates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Dogwood (Aug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sequences &amp; ordering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Identity/Auth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agent can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Per-tool-call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Web 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factual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20040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Dogwood (open-source, Aug 6):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language for behavioral constraints — prerequisites, rate limits, ordering, approvals.
"Guardrails = is the OUTPUT safe? Dogwood = is the ACTION SEQUENCE safe?"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Web Search (GA Aug 4):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tools=[{"type": "web_search"}] — one line for full internet grounding with citations.
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Supported: GPT-5.4, 5.5, 5.6. Claude/Nova via AgentCore Gateway (MCP).
</a:t>
            </a:r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Updates: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filtering (88% blocking), InvokeGuardrailChecks API (any framework), AgentCore integrated.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— Kiro &amp; Kiro Crew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coding assistant to persistent engineering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CodeWhisperer (2022) → Q Developer (2024) → Kiro (2026) → Kiro Crew (Aug 4, 2026)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Kiro: Spec-Driven Development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requirements spec → design doc → task plan → code → tests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Spec is the primary artifact; code is a "build artifact" of the spec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agents work on separate tasks simultaneously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hooks trigger actions on code changes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Crew (open-sourced Apache 2.0, Aug 4):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Persistent AI engineering teams that work across sessions, machines, events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Cross-session memory — learns from corrections over time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Event-driven (not just prompt-driven)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Self-hosted for enterprise governance
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37760"/>
          <a:ext cx="8138160" cy="13716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Kiro (IDE)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Crew (Platform)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Cross-session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Events, schedules, code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Accumulates over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a Strands Agent on AgentCore (~10 min)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321040" cy="5212080"/>
          </a:xfrm>
          <a:prstGeom prst="rect">
            <a:avLst>
              <a:gd name="adj" fmla="val 877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786384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Agent Locally (3 min)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Install: pip install strands-agents strands-agents-tools-mcp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agent with 2 tools: knowledge_base lookup + code_interpreter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locally with a sample query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Deploy to AgentCore Harness (4 min)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AgentCore config (model, tools, guardrails, memory: enabled)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using AWS CLI: aws bedrock-agentcore create-agent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via Gateway endpoint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Add Governance (3 min)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Attach Guardrail (content filtering)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Web Search tool (one JSON line for GPT models)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traces in Observability console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model from Claude Sonnet 5 to GPT-5.6 Luna — observe same behavior, different cost profile.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AWS platform for building, deploying, operating AI agents (12 components)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Open-source model-driven agent SDK (Python/TS); powers AgentCore Harness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Instances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Dedicated EC2-backed agent compute; up to 14-day sessions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Runtime (SRE)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OpenAI × AWS co-created environment for persistent agent state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Managed KB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Fully managed RAG (you connect data source, AWS does everything else)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Vector Search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Native vector embeddings alongside operational data (GA Aug 2026)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Context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Knowledge graph service for organizational relationships &amp; rules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Dogwood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Open-source policy language for agent behavioral constraints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/ Kiro Crew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Spec-driven AI IDE / open-source persistent agent engineering platform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Act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Specialist browser automation model (90% reliability vs ~40% generic LLMs)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Luna/Terra/Sol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OpenAI three-tier model family on Bedrock (economy/balanced/frontier)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AI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Rebranded ML platform for custom training + hosting (was "SageMaker")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HyperPod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Distributed training infrastructure on SageMaker AI
</a:t>
            </a:r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Trainium3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AWS custom AI training chip (3nm, 2.52 PFLOPS, 144GB HBM3e)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Enterprise Customer Service Agent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Claude Sonnet 5 + AgentCore Harness + Managed KB + DynamoDB Vector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70% ticket deflection, 3-day deployment, $0.002/conversation average cost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Guardrails (content) + Dogwood (no PII in external calls)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Financial Research Analyst Agent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GPT-5.6 Sol + Bedrock Web Search + AWS Context (org relationships)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10x faster report generation, real-time market data grounding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Stateful Runtime for multi-hour research sessions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Legacy System Integration (No-API Problem)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Nova Act (browser automation) + AgentCore Runtime Instance (14-day persistent)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Eliminated 6,000 hours/year of manual data entry across vendor portals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90% reliability vs 40% with generic LLMs on same UI tasks
</a:t>
            </a:r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AI-Assisted Software Development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Kiro Crew + Claude Code (auto-mode) + AgentCore
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3x velocity on greenfield projects; persistent context eliminates re-onboarding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"Bedrock is just an API for calling models"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Bedrock is a full agent platform: models + AgentCore + Knowledge Bases + Guardrails + Web Search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"I should build on Nova for Amazon-native advantage"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Nova is being consolidated. Use Nova 2 Lite/Pro for cost efficiency but don't build on deprecated models. Bedrock's model-switching is your advantage.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"AgentCore and the OpenAI Stateful Runtime are competing"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They serve different model ecosystems. AgentCore = model-agnostic, AWS-native. SRE = OpenAI-optimized. Both run on AWS.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"I need a separate vector database for RAG"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Bedrock Managed KB handles everything. DynamoDB now has native vector search. Separate vector DBs are for advanced cases only.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"Guardrails are enough for agent safety"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Guardrails check content. Dogwood checks behavior (sequences, rates, ordering). Both are needed. An agent can say nice things while doing dangerous things.
</a:t>
            </a:r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"SageMaker is being replaced by Bedrock"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Different purposes. Bedrock = use models. SageMaker AI = build/train custom models. They complement each other.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SDKs: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Strands Agents: github.com/strands-agents (Apache 2.0)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Kiro Crew: kiro.dev/crew (Apache 2.0)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Dogwood: github.com/aws/dogwood (Apache 2.0)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AgentCore Docs: docs.aws.amazon.com/bedrock/agentcore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on Bedrock: docs.aws.amazon.com/bedrock/openai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Blogs &amp; Papers (Aug 2026):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"Introducing Runtime Instances for AgentCore" — AWS Blog (Aug 6)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"GPT-5.6: A New Intelligence Frontier" — OpenAI (Jul 9)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"Amazon and OpenAI Expand Partnership" — AboutAmazon (Aug 10)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"DynamoDB Vector Search" — AWS Blog (Aug 5)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"AWS Dogwood: Runtime Verification for Agents" — AWS OSS Blog (Aug 6)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 This Course: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11: Multi-Agent Systems &amp; Orchestration Patterns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12: Advanced Agent Architectures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13: Production Deployment &amp; Operations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14: AI Security, Governance &amp; Compliance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AI Stack in One Sentence: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gives you models + agents + RAG; SageMaker AI lets you build custom models;
AgentCore is where agents run; Kiro is how you build them.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Takeaways: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selection is now a 3-way race: Claude 5 family vs GPT-5.6 vs Nova (reduced)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infrastructure matured: Runtime Instances, Stateful Runtime, Dogwood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layer expanded: Managed KB + DynamoDB Vector + AWS Context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tools took a leap: Kiro Crew = persistent AI engineering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8 (RAG) → Managed KB, DynamoDB Vector, AWS Context expand your options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11 (Multi-Agent) → AgentCore + Runtime Instances enable the patterns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 (Advanced Agents) → Strands graph workflows, Kiro Crew orchestration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 (Security) → Guardrails + Dogwood + Identity = defence-in-depth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AI on AWS: The Bedrock-to-SageMaker Stack | Aug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10: AI on AWS - The Bedrock-to-SageMaker Stack</dc:subject>
  <dc:creator>Evri Agentic AI Course</dc:creator>
  <cp:lastModifiedBy>Evri Agentic AI Course</cp:lastModifiedBy>
  <cp:revision>1</cp:revision>
  <dcterms:created xsi:type="dcterms:W3CDTF">2026-08-12T14:04:33Z</dcterms:created>
  <dcterms:modified xsi:type="dcterms:W3CDTF">2026-08-12T14:04:33Z</dcterms:modified>
</cp:coreProperties>
</file>